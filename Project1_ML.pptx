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53FFB-8E3A-BF4B-AA9C-0AE78C617D6F}" v="61" dt="2026-10-04T00:23:25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3"/>
  </p:normalViewPr>
  <p:slideViewPr>
    <p:cSldViewPr snapToGrid="0">
      <p:cViewPr>
        <p:scale>
          <a:sx n="155" d="100"/>
          <a:sy n="155" d="100"/>
        </p:scale>
        <p:origin x="1416" y="-2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yuan Li" userId="02573e01-306c-4233-b7d3-57f5fe21f9bc" providerId="ADAL" clId="{CAA0BD58-D522-5466-B6F1-179DCA91B97E}"/>
    <pc:docChg chg="custSel modSld">
      <pc:chgData name="Muyuan Li" userId="02573e01-306c-4233-b7d3-57f5fe21f9bc" providerId="ADAL" clId="{CAA0BD58-D522-5466-B6F1-179DCA91B97E}" dt="2026-10-04T00:23:47.042" v="147" actId="1076"/>
      <pc:docMkLst>
        <pc:docMk/>
      </pc:docMkLst>
      <pc:sldChg chg="addSp delSp modSp mod">
        <pc:chgData name="Muyuan Li" userId="02573e01-306c-4233-b7d3-57f5fe21f9bc" providerId="ADAL" clId="{CAA0BD58-D522-5466-B6F1-179DCA91B97E}" dt="2026-10-04T00:23:47.042" v="147" actId="1076"/>
        <pc:sldMkLst>
          <pc:docMk/>
          <pc:sldMk cId="2254363796" sldId="256"/>
        </pc:sldMkLst>
        <pc:spChg chg="add mod">
          <ac:chgData name="Muyuan Li" userId="02573e01-306c-4233-b7d3-57f5fe21f9bc" providerId="ADAL" clId="{CAA0BD58-D522-5466-B6F1-179DCA91B97E}" dt="2026-10-04T00:21:14.893" v="67" actId="122"/>
          <ac:spMkLst>
            <pc:docMk/>
            <pc:sldMk cId="2254363796" sldId="256"/>
            <ac:spMk id="10" creationId="{84AA93FC-42E5-0B6C-1FF0-43578D518E5A}"/>
          </ac:spMkLst>
        </pc:spChg>
        <pc:spChg chg="add mod">
          <ac:chgData name="Muyuan Li" userId="02573e01-306c-4233-b7d3-57f5fe21f9bc" providerId="ADAL" clId="{CAA0BD58-D522-5466-B6F1-179DCA91B97E}" dt="2026-10-04T00:21:44.747" v="70"/>
          <ac:spMkLst>
            <pc:docMk/>
            <pc:sldMk cId="2254363796" sldId="256"/>
            <ac:spMk id="12" creationId="{E47755B0-06EB-C82B-A98B-FBED4564B73A}"/>
          </ac:spMkLst>
        </pc:spChg>
        <pc:spChg chg="add mod">
          <ac:chgData name="Muyuan Li" userId="02573e01-306c-4233-b7d3-57f5fe21f9bc" providerId="ADAL" clId="{CAA0BD58-D522-5466-B6F1-179DCA91B97E}" dt="2026-10-04T00:21:44.747" v="70"/>
          <ac:spMkLst>
            <pc:docMk/>
            <pc:sldMk cId="2254363796" sldId="256"/>
            <ac:spMk id="13" creationId="{F6CD4765-5EDD-8973-5F7C-DEC05807224C}"/>
          </ac:spMkLst>
        </pc:spChg>
        <pc:spChg chg="add mod">
          <ac:chgData name="Muyuan Li" userId="02573e01-306c-4233-b7d3-57f5fe21f9bc" providerId="ADAL" clId="{CAA0BD58-D522-5466-B6F1-179DCA91B97E}" dt="2026-10-04T00:22:14.822" v="73"/>
          <ac:spMkLst>
            <pc:docMk/>
            <pc:sldMk cId="2254363796" sldId="256"/>
            <ac:spMk id="15" creationId="{6198A4FB-E662-C30A-DB2C-E28844428F63}"/>
          </ac:spMkLst>
        </pc:spChg>
        <pc:spChg chg="add mod">
          <ac:chgData name="Muyuan Li" userId="02573e01-306c-4233-b7d3-57f5fe21f9bc" providerId="ADAL" clId="{CAA0BD58-D522-5466-B6F1-179DCA91B97E}" dt="2026-10-04T00:22:14.822" v="73"/>
          <ac:spMkLst>
            <pc:docMk/>
            <pc:sldMk cId="2254363796" sldId="256"/>
            <ac:spMk id="16" creationId="{B6FC91EA-3C0D-1F8D-A0DF-AA1495F37F3D}"/>
          </ac:spMkLst>
        </pc:spChg>
        <pc:spChg chg="add mod">
          <ac:chgData name="Muyuan Li" userId="02573e01-306c-4233-b7d3-57f5fe21f9bc" providerId="ADAL" clId="{CAA0BD58-D522-5466-B6F1-179DCA91B97E}" dt="2026-10-04T00:22:31.625" v="79"/>
          <ac:spMkLst>
            <pc:docMk/>
            <pc:sldMk cId="2254363796" sldId="256"/>
            <ac:spMk id="18" creationId="{21178754-6CC9-25AC-3EA1-243D7349F29A}"/>
          </ac:spMkLst>
        </pc:spChg>
        <pc:spChg chg="add mod">
          <ac:chgData name="Muyuan Li" userId="02573e01-306c-4233-b7d3-57f5fe21f9bc" providerId="ADAL" clId="{CAA0BD58-D522-5466-B6F1-179DCA91B97E}" dt="2026-10-04T00:23:14.042" v="133" actId="14100"/>
          <ac:spMkLst>
            <pc:docMk/>
            <pc:sldMk cId="2254363796" sldId="256"/>
            <ac:spMk id="19" creationId="{8C64EC19-0139-B836-9FB6-6B01746E3DEC}"/>
          </ac:spMkLst>
        </pc:spChg>
        <pc:grpChg chg="add del mod">
          <ac:chgData name="Muyuan Li" userId="02573e01-306c-4233-b7d3-57f5fe21f9bc" providerId="ADAL" clId="{CAA0BD58-D522-5466-B6F1-179DCA91B97E}" dt="2026-10-04T00:21:50.173" v="72" actId="478"/>
          <ac:grpSpMkLst>
            <pc:docMk/>
            <pc:sldMk cId="2254363796" sldId="256"/>
            <ac:grpSpMk id="11" creationId="{D172FA2C-81B2-6000-5055-07E3198F1E13}"/>
          </ac:grpSpMkLst>
        </pc:grpChg>
        <pc:grpChg chg="add mod">
          <ac:chgData name="Muyuan Li" userId="02573e01-306c-4233-b7d3-57f5fe21f9bc" providerId="ADAL" clId="{CAA0BD58-D522-5466-B6F1-179DCA91B97E}" dt="2026-10-04T00:23:41.340" v="146" actId="1036"/>
          <ac:grpSpMkLst>
            <pc:docMk/>
            <pc:sldMk cId="2254363796" sldId="256"/>
            <ac:grpSpMk id="14" creationId="{C6FECCCD-D46A-2200-70C7-3B93ACFADF3E}"/>
          </ac:grpSpMkLst>
        </pc:grpChg>
        <pc:grpChg chg="add mod">
          <ac:chgData name="Muyuan Li" userId="02573e01-306c-4233-b7d3-57f5fe21f9bc" providerId="ADAL" clId="{CAA0BD58-D522-5466-B6F1-179DCA91B97E}" dt="2026-10-04T00:23:47.042" v="147" actId="1076"/>
          <ac:grpSpMkLst>
            <pc:docMk/>
            <pc:sldMk cId="2254363796" sldId="256"/>
            <ac:grpSpMk id="17" creationId="{93DA8051-0E05-BA93-8433-36AF49ABD2BA}"/>
          </ac:grpSpMkLst>
        </pc:grpChg>
        <pc:graphicFrameChg chg="mod">
          <ac:chgData name="Muyuan Li" userId="02573e01-306c-4233-b7d3-57f5fe21f9bc" providerId="ADAL" clId="{CAA0BD58-D522-5466-B6F1-179DCA91B97E}" dt="2026-10-04T00:23:25.021" v="134" actId="113"/>
          <ac:graphicFrameMkLst>
            <pc:docMk/>
            <pc:sldMk cId="2254363796" sldId="256"/>
            <ac:graphicFrameMk id="6" creationId="{225449A6-BB6E-AD3F-E4B5-3496FB17820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10D3BF-0532-3E46-AC64-E8AD39B46A71}" type="doc">
      <dgm:prSet loTypeId="urn:microsoft.com/office/officeart/2005/8/layout/process2" loCatId="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18B206-D751-A042-A4AA-C7F496612EE1}">
      <dgm:prSet phldrT="[Text]"/>
      <dgm:spPr/>
      <dgm:t>
        <a:bodyPr/>
        <a:lstStyle/>
        <a:p>
          <a:r>
            <a:rPr lang="en-US" b="1" dirty="0"/>
            <a:t>Raw data set</a:t>
          </a:r>
          <a:r>
            <a:rPr lang="en-US" dirty="0"/>
            <a:t>: </a:t>
          </a:r>
        </a:p>
        <a:p>
          <a:r>
            <a:rPr lang="en-US" b="1" dirty="0"/>
            <a:t>9087 cows</a:t>
          </a:r>
        </a:p>
        <a:p>
          <a:r>
            <a:rPr lang="en-US" dirty="0"/>
            <a:t>~8.5 M records</a:t>
          </a:r>
        </a:p>
      </dgm:t>
    </dgm:pt>
    <dgm:pt modelId="{8AFA4FA8-E293-DE4E-A56E-172B2F46C9C9}" type="parTrans" cxnId="{622D0426-72D3-BA44-88CA-CDCD77BE0772}">
      <dgm:prSet/>
      <dgm:spPr/>
      <dgm:t>
        <a:bodyPr/>
        <a:lstStyle/>
        <a:p>
          <a:endParaRPr lang="en-US"/>
        </a:p>
      </dgm:t>
    </dgm:pt>
    <dgm:pt modelId="{9327581E-E333-9740-80AF-8F7684358E7A}" type="sibTrans" cxnId="{622D0426-72D3-BA44-88CA-CDCD77BE0772}">
      <dgm:prSet/>
      <dgm:spPr/>
      <dgm:t>
        <a:bodyPr/>
        <a:lstStyle/>
        <a:p>
          <a:endParaRPr lang="en-US"/>
        </a:p>
      </dgm:t>
    </dgm:pt>
    <dgm:pt modelId="{2297DCA0-C834-1D4A-AEBD-CBACB04AD8AA}">
      <dgm:prSet phldrT="[Text]" phldr="1"/>
      <dgm:spPr/>
      <dgm:t>
        <a:bodyPr/>
        <a:lstStyle/>
        <a:p>
          <a:endParaRPr lang="en-US"/>
        </a:p>
      </dgm:t>
    </dgm:pt>
    <dgm:pt modelId="{777F7FEE-855E-964E-9A4F-AE77AB58C2F9}" type="parTrans" cxnId="{70B4C149-EA9C-FE4D-8B01-C84F21A7F44B}">
      <dgm:prSet/>
      <dgm:spPr/>
      <dgm:t>
        <a:bodyPr/>
        <a:lstStyle/>
        <a:p>
          <a:endParaRPr lang="en-US"/>
        </a:p>
      </dgm:t>
    </dgm:pt>
    <dgm:pt modelId="{5F504CD8-473B-024B-BFB0-B102F4EF3647}" type="sibTrans" cxnId="{70B4C149-EA9C-FE4D-8B01-C84F21A7F44B}">
      <dgm:prSet/>
      <dgm:spPr/>
      <dgm:t>
        <a:bodyPr/>
        <a:lstStyle/>
        <a:p>
          <a:endParaRPr lang="en-US"/>
        </a:p>
      </dgm:t>
    </dgm:pt>
    <dgm:pt modelId="{603E90E9-E711-AC4A-B075-54E168063216}">
      <dgm:prSet phldrT="[Text]" phldr="1"/>
      <dgm:spPr/>
      <dgm:t>
        <a:bodyPr/>
        <a:lstStyle/>
        <a:p>
          <a:endParaRPr lang="en-US"/>
        </a:p>
      </dgm:t>
    </dgm:pt>
    <dgm:pt modelId="{5175BFE8-FA0B-DB42-BF26-C4D161516515}" type="parTrans" cxnId="{7CDA4C13-F692-3C4D-BB78-0FE561581CDA}">
      <dgm:prSet/>
      <dgm:spPr/>
      <dgm:t>
        <a:bodyPr/>
        <a:lstStyle/>
        <a:p>
          <a:endParaRPr lang="en-US"/>
        </a:p>
      </dgm:t>
    </dgm:pt>
    <dgm:pt modelId="{88D84755-2FCB-254A-B3EA-E4FBB34EE01A}" type="sibTrans" cxnId="{7CDA4C13-F692-3C4D-BB78-0FE561581CDA}">
      <dgm:prSet/>
      <dgm:spPr/>
      <dgm:t>
        <a:bodyPr/>
        <a:lstStyle/>
        <a:p>
          <a:endParaRPr lang="en-US"/>
        </a:p>
      </dgm:t>
    </dgm:pt>
    <dgm:pt modelId="{026F7429-D30E-654F-B84B-6C8987734135}">
      <dgm:prSet phldrT="[Text]" phldr="1"/>
      <dgm:spPr/>
      <dgm:t>
        <a:bodyPr/>
        <a:lstStyle/>
        <a:p>
          <a:endParaRPr lang="en-US"/>
        </a:p>
      </dgm:t>
    </dgm:pt>
    <dgm:pt modelId="{B41FEBBF-B46E-1E4D-8973-DE1FE5A8A5BE}" type="parTrans" cxnId="{313D48AB-5BDD-184F-9C5A-0EB4A4F458D5}">
      <dgm:prSet/>
      <dgm:spPr/>
      <dgm:t>
        <a:bodyPr/>
        <a:lstStyle/>
        <a:p>
          <a:endParaRPr lang="en-US"/>
        </a:p>
      </dgm:t>
    </dgm:pt>
    <dgm:pt modelId="{D9E0DB29-B812-0340-977B-C186900F6F5F}" type="sibTrans" cxnId="{313D48AB-5BDD-184F-9C5A-0EB4A4F458D5}">
      <dgm:prSet/>
      <dgm:spPr/>
      <dgm:t>
        <a:bodyPr/>
        <a:lstStyle/>
        <a:p>
          <a:endParaRPr lang="en-US"/>
        </a:p>
      </dgm:t>
    </dgm:pt>
    <dgm:pt modelId="{678827E7-7104-3C47-9553-693041A90286}">
      <dgm:prSet phldrT="[Text]" phldr="1"/>
      <dgm:spPr/>
      <dgm:t>
        <a:bodyPr/>
        <a:lstStyle/>
        <a:p>
          <a:endParaRPr lang="en-US"/>
        </a:p>
      </dgm:t>
    </dgm:pt>
    <dgm:pt modelId="{600F5CC7-081B-5847-8650-2484AC7D4A76}" type="parTrans" cxnId="{BB39EF82-AA44-4C40-AAE6-72BDA6DB5E94}">
      <dgm:prSet/>
      <dgm:spPr/>
      <dgm:t>
        <a:bodyPr/>
        <a:lstStyle/>
        <a:p>
          <a:endParaRPr lang="en-US"/>
        </a:p>
      </dgm:t>
    </dgm:pt>
    <dgm:pt modelId="{C56DF35B-B71D-CD4A-B6F6-15BBBE59878D}" type="sibTrans" cxnId="{BB39EF82-AA44-4C40-AAE6-72BDA6DB5E94}">
      <dgm:prSet/>
      <dgm:spPr/>
      <dgm:t>
        <a:bodyPr/>
        <a:lstStyle/>
        <a:p>
          <a:endParaRPr lang="en-US"/>
        </a:p>
      </dgm:t>
    </dgm:pt>
    <dgm:pt modelId="{8FEF1A5C-0ACE-3849-9D96-E14CE662C40A}">
      <dgm:prSet phldrT="[Text]" phldr="1"/>
      <dgm:spPr/>
      <dgm:t>
        <a:bodyPr/>
        <a:lstStyle/>
        <a:p>
          <a:endParaRPr lang="en-US"/>
        </a:p>
      </dgm:t>
    </dgm:pt>
    <dgm:pt modelId="{32734F6D-F338-5F4C-AE90-FFEDDCCDEF23}" type="parTrans" cxnId="{7B816B9D-25E4-B444-A51E-8B8F238A9370}">
      <dgm:prSet/>
      <dgm:spPr/>
      <dgm:t>
        <a:bodyPr/>
        <a:lstStyle/>
        <a:p>
          <a:endParaRPr lang="en-US"/>
        </a:p>
      </dgm:t>
    </dgm:pt>
    <dgm:pt modelId="{F29809D3-74A5-094B-9847-547C288E516D}" type="sibTrans" cxnId="{7B816B9D-25E4-B444-A51E-8B8F238A9370}">
      <dgm:prSet/>
      <dgm:spPr/>
      <dgm:t>
        <a:bodyPr/>
        <a:lstStyle/>
        <a:p>
          <a:endParaRPr lang="en-US"/>
        </a:p>
      </dgm:t>
    </dgm:pt>
    <dgm:pt modelId="{D3DCC99D-1062-2E48-9E3F-A640EAC95511}">
      <dgm:prSet phldrT="[Text]" phldr="1"/>
      <dgm:spPr/>
      <dgm:t>
        <a:bodyPr/>
        <a:lstStyle/>
        <a:p>
          <a:endParaRPr lang="en-US"/>
        </a:p>
      </dgm:t>
    </dgm:pt>
    <dgm:pt modelId="{38C4E7C9-BFAB-2941-BD52-4A7C934D2EBE}" type="parTrans" cxnId="{A3D947B4-40B4-D64D-AD27-A6CD1B13F4FA}">
      <dgm:prSet/>
      <dgm:spPr/>
      <dgm:t>
        <a:bodyPr/>
        <a:lstStyle/>
        <a:p>
          <a:endParaRPr lang="en-US"/>
        </a:p>
      </dgm:t>
    </dgm:pt>
    <dgm:pt modelId="{03868540-C123-5945-86DA-50D288AFA5DA}" type="sibTrans" cxnId="{A3D947B4-40B4-D64D-AD27-A6CD1B13F4FA}">
      <dgm:prSet/>
      <dgm:spPr/>
      <dgm:t>
        <a:bodyPr/>
        <a:lstStyle/>
        <a:p>
          <a:endParaRPr lang="en-US"/>
        </a:p>
      </dgm:t>
    </dgm:pt>
    <dgm:pt modelId="{507105E2-007C-C649-AADB-179864AEA3CB}" type="pres">
      <dgm:prSet presAssocID="{9410D3BF-0532-3E46-AC64-E8AD39B46A71}" presName="linearFlow" presStyleCnt="0">
        <dgm:presLayoutVars>
          <dgm:resizeHandles val="exact"/>
        </dgm:presLayoutVars>
      </dgm:prSet>
      <dgm:spPr/>
    </dgm:pt>
    <dgm:pt modelId="{DB61925C-5AAD-584B-8B79-72E6E02ECE4C}" type="pres">
      <dgm:prSet presAssocID="{2318B206-D751-A042-A4AA-C7F496612EE1}" presName="node" presStyleLbl="node1" presStyleIdx="0" presStyleCnt="7">
        <dgm:presLayoutVars>
          <dgm:bulletEnabled val="1"/>
        </dgm:presLayoutVars>
      </dgm:prSet>
      <dgm:spPr/>
    </dgm:pt>
    <dgm:pt modelId="{2F389860-34B6-D647-9527-94DE13E6CDEE}" type="pres">
      <dgm:prSet presAssocID="{9327581E-E333-9740-80AF-8F7684358E7A}" presName="sibTrans" presStyleLbl="sibTrans2D1" presStyleIdx="0" presStyleCnt="6"/>
      <dgm:spPr/>
    </dgm:pt>
    <dgm:pt modelId="{129F80BE-FFE7-CB4F-9389-7A870E9ECA93}" type="pres">
      <dgm:prSet presAssocID="{9327581E-E333-9740-80AF-8F7684358E7A}" presName="connectorText" presStyleLbl="sibTrans2D1" presStyleIdx="0" presStyleCnt="6"/>
      <dgm:spPr/>
    </dgm:pt>
    <dgm:pt modelId="{F1DCF891-B3F9-924B-A427-97798FBECA9C}" type="pres">
      <dgm:prSet presAssocID="{2297DCA0-C834-1D4A-AEBD-CBACB04AD8AA}" presName="node" presStyleLbl="node1" presStyleIdx="1" presStyleCnt="7">
        <dgm:presLayoutVars>
          <dgm:bulletEnabled val="1"/>
        </dgm:presLayoutVars>
      </dgm:prSet>
      <dgm:spPr/>
    </dgm:pt>
    <dgm:pt modelId="{5A392C4F-0F82-2042-A3B8-98E0ADC70004}" type="pres">
      <dgm:prSet presAssocID="{5F504CD8-473B-024B-BFB0-B102F4EF3647}" presName="sibTrans" presStyleLbl="sibTrans2D1" presStyleIdx="1" presStyleCnt="6"/>
      <dgm:spPr/>
    </dgm:pt>
    <dgm:pt modelId="{D897E4CD-D17C-A249-87A7-F0BD16D3EB8A}" type="pres">
      <dgm:prSet presAssocID="{5F504CD8-473B-024B-BFB0-B102F4EF3647}" presName="connectorText" presStyleLbl="sibTrans2D1" presStyleIdx="1" presStyleCnt="6"/>
      <dgm:spPr/>
    </dgm:pt>
    <dgm:pt modelId="{7128D90E-EA1C-5A49-A5CB-358F0F56600D}" type="pres">
      <dgm:prSet presAssocID="{603E90E9-E711-AC4A-B075-54E168063216}" presName="node" presStyleLbl="node1" presStyleIdx="2" presStyleCnt="7">
        <dgm:presLayoutVars>
          <dgm:bulletEnabled val="1"/>
        </dgm:presLayoutVars>
      </dgm:prSet>
      <dgm:spPr/>
    </dgm:pt>
    <dgm:pt modelId="{BAC1D5B0-1E4F-6C4D-8E53-3F1D1FD640C7}" type="pres">
      <dgm:prSet presAssocID="{88D84755-2FCB-254A-B3EA-E4FBB34EE01A}" presName="sibTrans" presStyleLbl="sibTrans2D1" presStyleIdx="2" presStyleCnt="6"/>
      <dgm:spPr/>
    </dgm:pt>
    <dgm:pt modelId="{B0C5A956-C517-F641-B966-D00733391F6A}" type="pres">
      <dgm:prSet presAssocID="{88D84755-2FCB-254A-B3EA-E4FBB34EE01A}" presName="connectorText" presStyleLbl="sibTrans2D1" presStyleIdx="2" presStyleCnt="6"/>
      <dgm:spPr/>
    </dgm:pt>
    <dgm:pt modelId="{9F524941-7A89-6D4D-A311-EA8C15B7B605}" type="pres">
      <dgm:prSet presAssocID="{026F7429-D30E-654F-B84B-6C8987734135}" presName="node" presStyleLbl="node1" presStyleIdx="3" presStyleCnt="7">
        <dgm:presLayoutVars>
          <dgm:bulletEnabled val="1"/>
        </dgm:presLayoutVars>
      </dgm:prSet>
      <dgm:spPr/>
    </dgm:pt>
    <dgm:pt modelId="{9832284A-FC4C-B54D-9A24-074AFD27F0C9}" type="pres">
      <dgm:prSet presAssocID="{D9E0DB29-B812-0340-977B-C186900F6F5F}" presName="sibTrans" presStyleLbl="sibTrans2D1" presStyleIdx="3" presStyleCnt="6"/>
      <dgm:spPr/>
    </dgm:pt>
    <dgm:pt modelId="{A1E24BD5-3137-6B4F-A564-1484F757CD2B}" type="pres">
      <dgm:prSet presAssocID="{D9E0DB29-B812-0340-977B-C186900F6F5F}" presName="connectorText" presStyleLbl="sibTrans2D1" presStyleIdx="3" presStyleCnt="6"/>
      <dgm:spPr/>
    </dgm:pt>
    <dgm:pt modelId="{87784E64-F689-6E4F-9054-EDFCCC761DEC}" type="pres">
      <dgm:prSet presAssocID="{678827E7-7104-3C47-9553-693041A90286}" presName="node" presStyleLbl="node1" presStyleIdx="4" presStyleCnt="7">
        <dgm:presLayoutVars>
          <dgm:bulletEnabled val="1"/>
        </dgm:presLayoutVars>
      </dgm:prSet>
      <dgm:spPr/>
    </dgm:pt>
    <dgm:pt modelId="{60A5F579-8817-964E-BDCF-1F0522C69BD4}" type="pres">
      <dgm:prSet presAssocID="{C56DF35B-B71D-CD4A-B6F6-15BBBE59878D}" presName="sibTrans" presStyleLbl="sibTrans2D1" presStyleIdx="4" presStyleCnt="6"/>
      <dgm:spPr/>
    </dgm:pt>
    <dgm:pt modelId="{B76EC6C5-C83C-BB45-967A-BFFA480B8AD0}" type="pres">
      <dgm:prSet presAssocID="{C56DF35B-B71D-CD4A-B6F6-15BBBE59878D}" presName="connectorText" presStyleLbl="sibTrans2D1" presStyleIdx="4" presStyleCnt="6"/>
      <dgm:spPr/>
    </dgm:pt>
    <dgm:pt modelId="{2B1B973E-ADE0-8C49-BFF4-FDB5967037DE}" type="pres">
      <dgm:prSet presAssocID="{8FEF1A5C-0ACE-3849-9D96-E14CE662C40A}" presName="node" presStyleLbl="node1" presStyleIdx="5" presStyleCnt="7">
        <dgm:presLayoutVars>
          <dgm:bulletEnabled val="1"/>
        </dgm:presLayoutVars>
      </dgm:prSet>
      <dgm:spPr/>
    </dgm:pt>
    <dgm:pt modelId="{26677FBF-9A1B-634D-9BB1-A8FCD65A0E38}" type="pres">
      <dgm:prSet presAssocID="{F29809D3-74A5-094B-9847-547C288E516D}" presName="sibTrans" presStyleLbl="sibTrans2D1" presStyleIdx="5" presStyleCnt="6"/>
      <dgm:spPr/>
    </dgm:pt>
    <dgm:pt modelId="{33FE50B5-054B-3049-94F9-D6E39056EDA4}" type="pres">
      <dgm:prSet presAssocID="{F29809D3-74A5-094B-9847-547C288E516D}" presName="connectorText" presStyleLbl="sibTrans2D1" presStyleIdx="5" presStyleCnt="6"/>
      <dgm:spPr/>
    </dgm:pt>
    <dgm:pt modelId="{0BC5DB9D-6CA0-F744-B03B-293B7D6321C2}" type="pres">
      <dgm:prSet presAssocID="{D3DCC99D-1062-2E48-9E3F-A640EAC95511}" presName="node" presStyleLbl="node1" presStyleIdx="6" presStyleCnt="7">
        <dgm:presLayoutVars>
          <dgm:bulletEnabled val="1"/>
        </dgm:presLayoutVars>
      </dgm:prSet>
      <dgm:spPr/>
    </dgm:pt>
  </dgm:ptLst>
  <dgm:cxnLst>
    <dgm:cxn modelId="{14CAE001-6BAD-4746-AE00-9C9478737573}" type="presOf" srcId="{D9E0DB29-B812-0340-977B-C186900F6F5F}" destId="{9832284A-FC4C-B54D-9A24-074AFD27F0C9}" srcOrd="0" destOrd="0" presId="urn:microsoft.com/office/officeart/2005/8/layout/process2"/>
    <dgm:cxn modelId="{3511B803-787D-DE4B-8E74-4A8E716AF7FB}" type="presOf" srcId="{8FEF1A5C-0ACE-3849-9D96-E14CE662C40A}" destId="{2B1B973E-ADE0-8C49-BFF4-FDB5967037DE}" srcOrd="0" destOrd="0" presId="urn:microsoft.com/office/officeart/2005/8/layout/process2"/>
    <dgm:cxn modelId="{3476F70E-BAC5-2E4C-A40A-15F69C906DC1}" type="presOf" srcId="{026F7429-D30E-654F-B84B-6C8987734135}" destId="{9F524941-7A89-6D4D-A311-EA8C15B7B605}" srcOrd="0" destOrd="0" presId="urn:microsoft.com/office/officeart/2005/8/layout/process2"/>
    <dgm:cxn modelId="{8F13A910-55D3-D74E-9E85-359DEA5ECFC1}" type="presOf" srcId="{603E90E9-E711-AC4A-B075-54E168063216}" destId="{7128D90E-EA1C-5A49-A5CB-358F0F56600D}" srcOrd="0" destOrd="0" presId="urn:microsoft.com/office/officeart/2005/8/layout/process2"/>
    <dgm:cxn modelId="{7CDA4C13-F692-3C4D-BB78-0FE561581CDA}" srcId="{9410D3BF-0532-3E46-AC64-E8AD39B46A71}" destId="{603E90E9-E711-AC4A-B075-54E168063216}" srcOrd="2" destOrd="0" parTransId="{5175BFE8-FA0B-DB42-BF26-C4D161516515}" sibTransId="{88D84755-2FCB-254A-B3EA-E4FBB34EE01A}"/>
    <dgm:cxn modelId="{622D0426-72D3-BA44-88CA-CDCD77BE0772}" srcId="{9410D3BF-0532-3E46-AC64-E8AD39B46A71}" destId="{2318B206-D751-A042-A4AA-C7F496612EE1}" srcOrd="0" destOrd="0" parTransId="{8AFA4FA8-E293-DE4E-A56E-172B2F46C9C9}" sibTransId="{9327581E-E333-9740-80AF-8F7684358E7A}"/>
    <dgm:cxn modelId="{D3493033-945C-304D-8B77-28CC1E2D8C3D}" type="presOf" srcId="{C56DF35B-B71D-CD4A-B6F6-15BBBE59878D}" destId="{60A5F579-8817-964E-BDCF-1F0522C69BD4}" srcOrd="0" destOrd="0" presId="urn:microsoft.com/office/officeart/2005/8/layout/process2"/>
    <dgm:cxn modelId="{788E3A3D-07DF-994E-A9A0-880C43C9E492}" type="presOf" srcId="{F29809D3-74A5-094B-9847-547C288E516D}" destId="{33FE50B5-054B-3049-94F9-D6E39056EDA4}" srcOrd="1" destOrd="0" presId="urn:microsoft.com/office/officeart/2005/8/layout/process2"/>
    <dgm:cxn modelId="{70B4C149-EA9C-FE4D-8B01-C84F21A7F44B}" srcId="{9410D3BF-0532-3E46-AC64-E8AD39B46A71}" destId="{2297DCA0-C834-1D4A-AEBD-CBACB04AD8AA}" srcOrd="1" destOrd="0" parTransId="{777F7FEE-855E-964E-9A4F-AE77AB58C2F9}" sibTransId="{5F504CD8-473B-024B-BFB0-B102F4EF3647}"/>
    <dgm:cxn modelId="{599AB25C-650C-ED4F-80B8-A42A8A6E828A}" type="presOf" srcId="{9410D3BF-0532-3E46-AC64-E8AD39B46A71}" destId="{507105E2-007C-C649-AADB-179864AEA3CB}" srcOrd="0" destOrd="0" presId="urn:microsoft.com/office/officeart/2005/8/layout/process2"/>
    <dgm:cxn modelId="{A6450861-7A1F-A742-B452-7EE5AF47E0DB}" type="presOf" srcId="{9327581E-E333-9740-80AF-8F7684358E7A}" destId="{2F389860-34B6-D647-9527-94DE13E6CDEE}" srcOrd="0" destOrd="0" presId="urn:microsoft.com/office/officeart/2005/8/layout/process2"/>
    <dgm:cxn modelId="{2C56B977-F309-9A41-AAB1-F3E3494EFF47}" type="presOf" srcId="{C56DF35B-B71D-CD4A-B6F6-15BBBE59878D}" destId="{B76EC6C5-C83C-BB45-967A-BFFA480B8AD0}" srcOrd="1" destOrd="0" presId="urn:microsoft.com/office/officeart/2005/8/layout/process2"/>
    <dgm:cxn modelId="{87ECAA7C-328B-AA44-9C77-F5A4779D1591}" type="presOf" srcId="{2297DCA0-C834-1D4A-AEBD-CBACB04AD8AA}" destId="{F1DCF891-B3F9-924B-A427-97798FBECA9C}" srcOrd="0" destOrd="0" presId="urn:microsoft.com/office/officeart/2005/8/layout/process2"/>
    <dgm:cxn modelId="{7895597F-E691-0242-8E79-E64859AB81CF}" type="presOf" srcId="{D9E0DB29-B812-0340-977B-C186900F6F5F}" destId="{A1E24BD5-3137-6B4F-A564-1484F757CD2B}" srcOrd="1" destOrd="0" presId="urn:microsoft.com/office/officeart/2005/8/layout/process2"/>
    <dgm:cxn modelId="{BB39EF82-AA44-4C40-AAE6-72BDA6DB5E94}" srcId="{9410D3BF-0532-3E46-AC64-E8AD39B46A71}" destId="{678827E7-7104-3C47-9553-693041A90286}" srcOrd="4" destOrd="0" parTransId="{600F5CC7-081B-5847-8650-2484AC7D4A76}" sibTransId="{C56DF35B-B71D-CD4A-B6F6-15BBBE59878D}"/>
    <dgm:cxn modelId="{8BB45C95-F2B4-2E4C-A690-36472C2303B7}" type="presOf" srcId="{2318B206-D751-A042-A4AA-C7F496612EE1}" destId="{DB61925C-5AAD-584B-8B79-72E6E02ECE4C}" srcOrd="0" destOrd="0" presId="urn:microsoft.com/office/officeart/2005/8/layout/process2"/>
    <dgm:cxn modelId="{7B816B9D-25E4-B444-A51E-8B8F238A9370}" srcId="{9410D3BF-0532-3E46-AC64-E8AD39B46A71}" destId="{8FEF1A5C-0ACE-3849-9D96-E14CE662C40A}" srcOrd="5" destOrd="0" parTransId="{32734F6D-F338-5F4C-AE90-FFEDDCCDEF23}" sibTransId="{F29809D3-74A5-094B-9847-547C288E516D}"/>
    <dgm:cxn modelId="{1DDBBE9D-5D8C-CF4B-B6B0-BC4EA79D55F5}" type="presOf" srcId="{88D84755-2FCB-254A-B3EA-E4FBB34EE01A}" destId="{BAC1D5B0-1E4F-6C4D-8E53-3F1D1FD640C7}" srcOrd="0" destOrd="0" presId="urn:microsoft.com/office/officeart/2005/8/layout/process2"/>
    <dgm:cxn modelId="{16A898A9-0BAC-9044-80E2-1F1B29E962E5}" type="presOf" srcId="{5F504CD8-473B-024B-BFB0-B102F4EF3647}" destId="{5A392C4F-0F82-2042-A3B8-98E0ADC70004}" srcOrd="0" destOrd="0" presId="urn:microsoft.com/office/officeart/2005/8/layout/process2"/>
    <dgm:cxn modelId="{9401FEAA-4D87-3A44-9084-356C976E183E}" type="presOf" srcId="{9327581E-E333-9740-80AF-8F7684358E7A}" destId="{129F80BE-FFE7-CB4F-9389-7A870E9ECA93}" srcOrd="1" destOrd="0" presId="urn:microsoft.com/office/officeart/2005/8/layout/process2"/>
    <dgm:cxn modelId="{313D48AB-5BDD-184F-9C5A-0EB4A4F458D5}" srcId="{9410D3BF-0532-3E46-AC64-E8AD39B46A71}" destId="{026F7429-D30E-654F-B84B-6C8987734135}" srcOrd="3" destOrd="0" parTransId="{B41FEBBF-B46E-1E4D-8973-DE1FE5A8A5BE}" sibTransId="{D9E0DB29-B812-0340-977B-C186900F6F5F}"/>
    <dgm:cxn modelId="{A3D947B4-40B4-D64D-AD27-A6CD1B13F4FA}" srcId="{9410D3BF-0532-3E46-AC64-E8AD39B46A71}" destId="{D3DCC99D-1062-2E48-9E3F-A640EAC95511}" srcOrd="6" destOrd="0" parTransId="{38C4E7C9-BFAB-2941-BD52-4A7C934D2EBE}" sibTransId="{03868540-C123-5945-86DA-50D288AFA5DA}"/>
    <dgm:cxn modelId="{E1DDFECA-7B8B-C64F-8384-EACF5A0532E9}" type="presOf" srcId="{88D84755-2FCB-254A-B3EA-E4FBB34EE01A}" destId="{B0C5A956-C517-F641-B966-D00733391F6A}" srcOrd="1" destOrd="0" presId="urn:microsoft.com/office/officeart/2005/8/layout/process2"/>
    <dgm:cxn modelId="{C7B198CE-2317-3D4E-ACB6-C106E87F4755}" type="presOf" srcId="{678827E7-7104-3C47-9553-693041A90286}" destId="{87784E64-F689-6E4F-9054-EDFCCC761DEC}" srcOrd="0" destOrd="0" presId="urn:microsoft.com/office/officeart/2005/8/layout/process2"/>
    <dgm:cxn modelId="{184C93D4-C494-7145-9CC6-A8BE5AECCF9D}" type="presOf" srcId="{F29809D3-74A5-094B-9847-547C288E516D}" destId="{26677FBF-9A1B-634D-9BB1-A8FCD65A0E38}" srcOrd="0" destOrd="0" presId="urn:microsoft.com/office/officeart/2005/8/layout/process2"/>
    <dgm:cxn modelId="{C7BFCAD9-0859-EA47-9592-BA8C2448FCF6}" type="presOf" srcId="{5F504CD8-473B-024B-BFB0-B102F4EF3647}" destId="{D897E4CD-D17C-A249-87A7-F0BD16D3EB8A}" srcOrd="1" destOrd="0" presId="urn:microsoft.com/office/officeart/2005/8/layout/process2"/>
    <dgm:cxn modelId="{2B3BD1E5-8E98-2E46-B2A8-2C4382BFF3C3}" type="presOf" srcId="{D3DCC99D-1062-2E48-9E3F-A640EAC95511}" destId="{0BC5DB9D-6CA0-F744-B03B-293B7D6321C2}" srcOrd="0" destOrd="0" presId="urn:microsoft.com/office/officeart/2005/8/layout/process2"/>
    <dgm:cxn modelId="{548322BE-1310-A645-B0A8-55375294DFFC}" type="presParOf" srcId="{507105E2-007C-C649-AADB-179864AEA3CB}" destId="{DB61925C-5AAD-584B-8B79-72E6E02ECE4C}" srcOrd="0" destOrd="0" presId="urn:microsoft.com/office/officeart/2005/8/layout/process2"/>
    <dgm:cxn modelId="{DF715F42-2606-C447-9090-A69C5417C4E9}" type="presParOf" srcId="{507105E2-007C-C649-AADB-179864AEA3CB}" destId="{2F389860-34B6-D647-9527-94DE13E6CDEE}" srcOrd="1" destOrd="0" presId="urn:microsoft.com/office/officeart/2005/8/layout/process2"/>
    <dgm:cxn modelId="{4302C397-7C58-7445-85DB-68B23DEE9D78}" type="presParOf" srcId="{2F389860-34B6-D647-9527-94DE13E6CDEE}" destId="{129F80BE-FFE7-CB4F-9389-7A870E9ECA93}" srcOrd="0" destOrd="0" presId="urn:microsoft.com/office/officeart/2005/8/layout/process2"/>
    <dgm:cxn modelId="{977B5174-28FA-0A4D-B630-42E499C3A14A}" type="presParOf" srcId="{507105E2-007C-C649-AADB-179864AEA3CB}" destId="{F1DCF891-B3F9-924B-A427-97798FBECA9C}" srcOrd="2" destOrd="0" presId="urn:microsoft.com/office/officeart/2005/8/layout/process2"/>
    <dgm:cxn modelId="{C319B51B-48CD-AB45-B931-D77889EE26EA}" type="presParOf" srcId="{507105E2-007C-C649-AADB-179864AEA3CB}" destId="{5A392C4F-0F82-2042-A3B8-98E0ADC70004}" srcOrd="3" destOrd="0" presId="urn:microsoft.com/office/officeart/2005/8/layout/process2"/>
    <dgm:cxn modelId="{9E27FEE8-66FE-9249-B4DF-C40347D8C940}" type="presParOf" srcId="{5A392C4F-0F82-2042-A3B8-98E0ADC70004}" destId="{D897E4CD-D17C-A249-87A7-F0BD16D3EB8A}" srcOrd="0" destOrd="0" presId="urn:microsoft.com/office/officeart/2005/8/layout/process2"/>
    <dgm:cxn modelId="{E37C18B5-A520-C04E-85AA-17C6D30F2AFA}" type="presParOf" srcId="{507105E2-007C-C649-AADB-179864AEA3CB}" destId="{7128D90E-EA1C-5A49-A5CB-358F0F56600D}" srcOrd="4" destOrd="0" presId="urn:microsoft.com/office/officeart/2005/8/layout/process2"/>
    <dgm:cxn modelId="{D6634B4C-A241-7047-A8D7-F17647C02916}" type="presParOf" srcId="{507105E2-007C-C649-AADB-179864AEA3CB}" destId="{BAC1D5B0-1E4F-6C4D-8E53-3F1D1FD640C7}" srcOrd="5" destOrd="0" presId="urn:microsoft.com/office/officeart/2005/8/layout/process2"/>
    <dgm:cxn modelId="{C8CE3FBC-39CC-ED44-8F05-AD94ADD03BCD}" type="presParOf" srcId="{BAC1D5B0-1E4F-6C4D-8E53-3F1D1FD640C7}" destId="{B0C5A956-C517-F641-B966-D00733391F6A}" srcOrd="0" destOrd="0" presId="urn:microsoft.com/office/officeart/2005/8/layout/process2"/>
    <dgm:cxn modelId="{E8DBCF1C-659D-794C-A8AE-8735A57F7593}" type="presParOf" srcId="{507105E2-007C-C649-AADB-179864AEA3CB}" destId="{9F524941-7A89-6D4D-A311-EA8C15B7B605}" srcOrd="6" destOrd="0" presId="urn:microsoft.com/office/officeart/2005/8/layout/process2"/>
    <dgm:cxn modelId="{B97AE426-CC22-084A-9EC9-945A720EB16B}" type="presParOf" srcId="{507105E2-007C-C649-AADB-179864AEA3CB}" destId="{9832284A-FC4C-B54D-9A24-074AFD27F0C9}" srcOrd="7" destOrd="0" presId="urn:microsoft.com/office/officeart/2005/8/layout/process2"/>
    <dgm:cxn modelId="{149EC195-F9B0-7E42-B2E5-D520E40C54F3}" type="presParOf" srcId="{9832284A-FC4C-B54D-9A24-074AFD27F0C9}" destId="{A1E24BD5-3137-6B4F-A564-1484F757CD2B}" srcOrd="0" destOrd="0" presId="urn:microsoft.com/office/officeart/2005/8/layout/process2"/>
    <dgm:cxn modelId="{5CACAFC3-E83C-214B-A5DD-AE5A6A83A610}" type="presParOf" srcId="{507105E2-007C-C649-AADB-179864AEA3CB}" destId="{87784E64-F689-6E4F-9054-EDFCCC761DEC}" srcOrd="8" destOrd="0" presId="urn:microsoft.com/office/officeart/2005/8/layout/process2"/>
    <dgm:cxn modelId="{258F9B7E-DDA4-7C47-AB37-6A8C2675ED4F}" type="presParOf" srcId="{507105E2-007C-C649-AADB-179864AEA3CB}" destId="{60A5F579-8817-964E-BDCF-1F0522C69BD4}" srcOrd="9" destOrd="0" presId="urn:microsoft.com/office/officeart/2005/8/layout/process2"/>
    <dgm:cxn modelId="{1E039A80-E78E-9443-8014-B762A0611702}" type="presParOf" srcId="{60A5F579-8817-964E-BDCF-1F0522C69BD4}" destId="{B76EC6C5-C83C-BB45-967A-BFFA480B8AD0}" srcOrd="0" destOrd="0" presId="urn:microsoft.com/office/officeart/2005/8/layout/process2"/>
    <dgm:cxn modelId="{50BF2B17-12D5-6D45-A08F-936791272B84}" type="presParOf" srcId="{507105E2-007C-C649-AADB-179864AEA3CB}" destId="{2B1B973E-ADE0-8C49-BFF4-FDB5967037DE}" srcOrd="10" destOrd="0" presId="urn:microsoft.com/office/officeart/2005/8/layout/process2"/>
    <dgm:cxn modelId="{08225119-1001-1041-99CB-8E13B66E3F24}" type="presParOf" srcId="{507105E2-007C-C649-AADB-179864AEA3CB}" destId="{26677FBF-9A1B-634D-9BB1-A8FCD65A0E38}" srcOrd="11" destOrd="0" presId="urn:microsoft.com/office/officeart/2005/8/layout/process2"/>
    <dgm:cxn modelId="{77D3344B-9BB7-0843-8C49-32A6ADAD485A}" type="presParOf" srcId="{26677FBF-9A1B-634D-9BB1-A8FCD65A0E38}" destId="{33FE50B5-054B-3049-94F9-D6E39056EDA4}" srcOrd="0" destOrd="0" presId="urn:microsoft.com/office/officeart/2005/8/layout/process2"/>
    <dgm:cxn modelId="{9D743ACF-75A6-754D-8205-A77865A6A8F6}" type="presParOf" srcId="{507105E2-007C-C649-AADB-179864AEA3CB}" destId="{0BC5DB9D-6CA0-F744-B03B-293B7D6321C2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1925C-5AAD-584B-8B79-72E6E02ECE4C}">
      <dsp:nvSpPr>
        <dsp:cNvPr id="0" name=""/>
        <dsp:cNvSpPr/>
      </dsp:nvSpPr>
      <dsp:spPr>
        <a:xfrm>
          <a:off x="636670" y="1075"/>
          <a:ext cx="1585590" cy="880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Raw data set</a:t>
          </a:r>
          <a:r>
            <a:rPr lang="en-US" sz="1300" kern="1200" dirty="0"/>
            <a:t>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9087 cows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~8.5 M records</a:t>
          </a:r>
        </a:p>
      </dsp:txBody>
      <dsp:txXfrm>
        <a:off x="662470" y="26875"/>
        <a:ext cx="1533990" cy="829283"/>
      </dsp:txXfrm>
    </dsp:sp>
    <dsp:sp modelId="{2F389860-34B6-D647-9527-94DE13E6CDEE}">
      <dsp:nvSpPr>
        <dsp:cNvPr id="0" name=""/>
        <dsp:cNvSpPr/>
      </dsp:nvSpPr>
      <dsp:spPr>
        <a:xfrm rot="5400000">
          <a:off x="1264299" y="903981"/>
          <a:ext cx="330331" cy="39639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310546" y="937014"/>
        <a:ext cx="237839" cy="231232"/>
      </dsp:txXfrm>
    </dsp:sp>
    <dsp:sp modelId="{F1DCF891-B3F9-924B-A427-97798FBECA9C}">
      <dsp:nvSpPr>
        <dsp:cNvPr id="0" name=""/>
        <dsp:cNvSpPr/>
      </dsp:nvSpPr>
      <dsp:spPr>
        <a:xfrm>
          <a:off x="636670" y="1322400"/>
          <a:ext cx="1585590" cy="880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073935"/>
                <a:satOff val="-3082"/>
                <a:lumOff val="-493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1073935"/>
                <a:satOff val="-3082"/>
                <a:lumOff val="-493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1073935"/>
                <a:satOff val="-3082"/>
                <a:lumOff val="-493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62470" y="1348200"/>
        <a:ext cx="1533990" cy="829283"/>
      </dsp:txXfrm>
    </dsp:sp>
    <dsp:sp modelId="{5A392C4F-0F82-2042-A3B8-98E0ADC70004}">
      <dsp:nvSpPr>
        <dsp:cNvPr id="0" name=""/>
        <dsp:cNvSpPr/>
      </dsp:nvSpPr>
      <dsp:spPr>
        <a:xfrm rot="5400000">
          <a:off x="1264299" y="2225306"/>
          <a:ext cx="330331" cy="39639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288722"/>
                <a:satOff val="-3699"/>
                <a:lumOff val="-59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1288722"/>
                <a:satOff val="-3699"/>
                <a:lumOff val="-59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1288722"/>
                <a:satOff val="-3699"/>
                <a:lumOff val="-59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310546" y="2258339"/>
        <a:ext cx="237839" cy="231232"/>
      </dsp:txXfrm>
    </dsp:sp>
    <dsp:sp modelId="{7128D90E-EA1C-5A49-A5CB-358F0F56600D}">
      <dsp:nvSpPr>
        <dsp:cNvPr id="0" name=""/>
        <dsp:cNvSpPr/>
      </dsp:nvSpPr>
      <dsp:spPr>
        <a:xfrm>
          <a:off x="636670" y="2643725"/>
          <a:ext cx="1585590" cy="880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62470" y="2669525"/>
        <a:ext cx="1533990" cy="829283"/>
      </dsp:txXfrm>
    </dsp:sp>
    <dsp:sp modelId="{BAC1D5B0-1E4F-6C4D-8E53-3F1D1FD640C7}">
      <dsp:nvSpPr>
        <dsp:cNvPr id="0" name=""/>
        <dsp:cNvSpPr/>
      </dsp:nvSpPr>
      <dsp:spPr>
        <a:xfrm rot="5400000">
          <a:off x="1264299" y="3546631"/>
          <a:ext cx="330331" cy="39639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310546" y="3579664"/>
        <a:ext cx="237839" cy="231232"/>
      </dsp:txXfrm>
    </dsp:sp>
    <dsp:sp modelId="{9F524941-7A89-6D4D-A311-EA8C15B7B605}">
      <dsp:nvSpPr>
        <dsp:cNvPr id="0" name=""/>
        <dsp:cNvSpPr/>
      </dsp:nvSpPr>
      <dsp:spPr>
        <a:xfrm>
          <a:off x="636670" y="3965050"/>
          <a:ext cx="1585590" cy="880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62470" y="3990850"/>
        <a:ext cx="1533990" cy="829283"/>
      </dsp:txXfrm>
    </dsp:sp>
    <dsp:sp modelId="{9832284A-FC4C-B54D-9A24-074AFD27F0C9}">
      <dsp:nvSpPr>
        <dsp:cNvPr id="0" name=""/>
        <dsp:cNvSpPr/>
      </dsp:nvSpPr>
      <dsp:spPr>
        <a:xfrm rot="5400000">
          <a:off x="1264299" y="4867956"/>
          <a:ext cx="330331" cy="39639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866168"/>
                <a:satOff val="-11096"/>
                <a:lumOff val="-17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3866168"/>
                <a:satOff val="-11096"/>
                <a:lumOff val="-17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3866168"/>
                <a:satOff val="-11096"/>
                <a:lumOff val="-17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310546" y="4900989"/>
        <a:ext cx="237839" cy="231232"/>
      </dsp:txXfrm>
    </dsp:sp>
    <dsp:sp modelId="{87784E64-F689-6E4F-9054-EDFCCC761DEC}">
      <dsp:nvSpPr>
        <dsp:cNvPr id="0" name=""/>
        <dsp:cNvSpPr/>
      </dsp:nvSpPr>
      <dsp:spPr>
        <a:xfrm>
          <a:off x="636670" y="5286375"/>
          <a:ext cx="1585590" cy="880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62470" y="5312175"/>
        <a:ext cx="1533990" cy="829283"/>
      </dsp:txXfrm>
    </dsp:sp>
    <dsp:sp modelId="{60A5F579-8817-964E-BDCF-1F0522C69BD4}">
      <dsp:nvSpPr>
        <dsp:cNvPr id="0" name=""/>
        <dsp:cNvSpPr/>
      </dsp:nvSpPr>
      <dsp:spPr>
        <a:xfrm rot="5400000">
          <a:off x="1264299" y="6189281"/>
          <a:ext cx="330331" cy="39639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5154890"/>
                <a:satOff val="-14794"/>
                <a:lumOff val="-2368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5154890"/>
                <a:satOff val="-14794"/>
                <a:lumOff val="-2368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5154890"/>
                <a:satOff val="-14794"/>
                <a:lumOff val="-2368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310546" y="6222314"/>
        <a:ext cx="237839" cy="231232"/>
      </dsp:txXfrm>
    </dsp:sp>
    <dsp:sp modelId="{2B1B973E-ADE0-8C49-BFF4-FDB5967037DE}">
      <dsp:nvSpPr>
        <dsp:cNvPr id="0" name=""/>
        <dsp:cNvSpPr/>
      </dsp:nvSpPr>
      <dsp:spPr>
        <a:xfrm>
          <a:off x="636670" y="6607700"/>
          <a:ext cx="1585590" cy="880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369677"/>
                <a:satOff val="-15411"/>
                <a:lumOff val="-2467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5369677"/>
                <a:satOff val="-15411"/>
                <a:lumOff val="-2467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5369677"/>
                <a:satOff val="-15411"/>
                <a:lumOff val="-2467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62470" y="6633500"/>
        <a:ext cx="1533990" cy="829283"/>
      </dsp:txXfrm>
    </dsp:sp>
    <dsp:sp modelId="{26677FBF-9A1B-634D-9BB1-A8FCD65A0E38}">
      <dsp:nvSpPr>
        <dsp:cNvPr id="0" name=""/>
        <dsp:cNvSpPr/>
      </dsp:nvSpPr>
      <dsp:spPr>
        <a:xfrm rot="5400000">
          <a:off x="1264299" y="7510606"/>
          <a:ext cx="330331" cy="39639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310546" y="7543639"/>
        <a:ext cx="237839" cy="231232"/>
      </dsp:txXfrm>
    </dsp:sp>
    <dsp:sp modelId="{0BC5DB9D-6CA0-F744-B03B-293B7D6321C2}">
      <dsp:nvSpPr>
        <dsp:cNvPr id="0" name=""/>
        <dsp:cNvSpPr/>
      </dsp:nvSpPr>
      <dsp:spPr>
        <a:xfrm>
          <a:off x="636670" y="7929026"/>
          <a:ext cx="1585590" cy="880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62470" y="7954826"/>
        <a:ext cx="1533990" cy="829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9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0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83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0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5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8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1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09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6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6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72C17-71F2-424B-964B-0BFEFB0B5ACA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2D755-0858-8441-94F8-6C7480E6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9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F1B0-BC67-E126-E624-FA6773BC0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8" y="136165"/>
            <a:ext cx="6534614" cy="111277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ANSC 4040 Data Science Applications in Agriculture - Project 1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Muyuan Li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25449A6-BB6E-AD3F-E4B5-3496FB1782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620236"/>
              </p:ext>
            </p:extLst>
          </p:nvPr>
        </p:nvGraphicFramePr>
        <p:xfrm>
          <a:off x="156118" y="2594060"/>
          <a:ext cx="2858931" cy="8810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0ABC4A-3183-747C-F89D-A42ECC3EDE6D}"/>
              </a:ext>
            </a:extLst>
          </p:cNvPr>
          <p:cNvSpPr txBox="1">
            <a:spLocks/>
          </p:cNvSpPr>
          <p:nvPr/>
        </p:nvSpPr>
        <p:spPr>
          <a:xfrm>
            <a:off x="156118" y="1251488"/>
            <a:ext cx="6534613" cy="857403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 a provided farm record, complete the subset of missing cow IDs by predicting IDs based on existing parlor data (milk flow and production parameters).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 to solve a multiclass classification data-filling problem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44E32-8AD6-34E7-995A-548678FF52D6}"/>
              </a:ext>
            </a:extLst>
          </p:cNvPr>
          <p:cNvSpPr txBox="1"/>
          <p:nvPr/>
        </p:nvSpPr>
        <p:spPr>
          <a:xfrm>
            <a:off x="4642043" y="10054375"/>
            <a:ext cx="158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F7463-F890-5031-2E41-CCC439EEAB82}"/>
              </a:ext>
            </a:extLst>
          </p:cNvPr>
          <p:cNvSpPr txBox="1"/>
          <p:nvPr/>
        </p:nvSpPr>
        <p:spPr>
          <a:xfrm>
            <a:off x="4716965" y="10557524"/>
            <a:ext cx="1583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4D671-4CE0-F2E1-782D-C6D09B629473}"/>
              </a:ext>
            </a:extLst>
          </p:cNvPr>
          <p:cNvSpPr txBox="1"/>
          <p:nvPr/>
        </p:nvSpPr>
        <p:spPr>
          <a:xfrm>
            <a:off x="4433306" y="3240682"/>
            <a:ext cx="1792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A93FC-42E5-0B6C-1FF0-43578D518E5A}"/>
              </a:ext>
            </a:extLst>
          </p:cNvPr>
          <p:cNvSpPr txBox="1"/>
          <p:nvPr/>
        </p:nvSpPr>
        <p:spPr>
          <a:xfrm>
            <a:off x="1548311" y="2190358"/>
            <a:ext cx="1070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FECCCD-D46A-2200-70C7-3B93ACFADF3E}"/>
              </a:ext>
            </a:extLst>
          </p:cNvPr>
          <p:cNvGrpSpPr/>
          <p:nvPr/>
        </p:nvGrpSpPr>
        <p:grpSpPr>
          <a:xfrm rot="16200000">
            <a:off x="2021881" y="3123630"/>
            <a:ext cx="198200" cy="996254"/>
            <a:chOff x="1231266" y="937014"/>
            <a:chExt cx="396397" cy="330331"/>
          </a:xfrm>
        </p:grpSpPr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6198A4FB-E662-C30A-DB2C-E28844428F63}"/>
                </a:ext>
              </a:extLst>
            </p:cNvPr>
            <p:cNvSpPr/>
            <p:nvPr/>
          </p:nvSpPr>
          <p:spPr>
            <a:xfrm rot="5400000">
              <a:off x="1264299" y="903981"/>
              <a:ext cx="330331" cy="39639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ight Arrow 4">
              <a:extLst>
                <a:ext uri="{FF2B5EF4-FFF2-40B4-BE49-F238E27FC236}">
                  <a16:creationId xmlns:a16="http://schemas.microsoft.com/office/drawing/2014/main" id="{B6FC91EA-3C0D-1F8D-A0DF-AA1495F37F3D}"/>
                </a:ext>
              </a:extLst>
            </p:cNvPr>
            <p:cNvSpPr txBox="1"/>
            <p:nvPr/>
          </p:nvSpPr>
          <p:spPr>
            <a:xfrm>
              <a:off x="1310546" y="937014"/>
              <a:ext cx="237839" cy="2312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A8051-0E05-BA93-8433-36AF49ABD2BA}"/>
              </a:ext>
            </a:extLst>
          </p:cNvPr>
          <p:cNvGrpSpPr/>
          <p:nvPr/>
        </p:nvGrpSpPr>
        <p:grpSpPr>
          <a:xfrm>
            <a:off x="2674915" y="3298590"/>
            <a:ext cx="1191091" cy="646331"/>
            <a:chOff x="636670" y="1322400"/>
            <a:chExt cx="1611391" cy="880883"/>
          </a:xfrm>
          <a:scene3d>
            <a:camera prst="orthographicFront"/>
            <a:lightRig rig="flat" dir="t"/>
          </a:scene3d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21178754-6CC9-25AC-3EA1-243D7349F29A}"/>
                </a:ext>
              </a:extLst>
            </p:cNvPr>
            <p:cNvSpPr/>
            <p:nvPr/>
          </p:nvSpPr>
          <p:spPr>
            <a:xfrm>
              <a:off x="636670" y="1322400"/>
              <a:ext cx="1585590" cy="880883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1073935"/>
                <a:satOff val="-3082"/>
                <a:lumOff val="-4935"/>
                <a:alphaOff val="0"/>
              </a:schemeClr>
            </a:fillRef>
            <a:effectRef idx="1">
              <a:schemeClr val="accent2">
                <a:hueOff val="1073935"/>
                <a:satOff val="-3082"/>
                <a:lumOff val="-4935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ounded Rectangle 4">
              <a:extLst>
                <a:ext uri="{FF2B5EF4-FFF2-40B4-BE49-F238E27FC236}">
                  <a16:creationId xmlns:a16="http://schemas.microsoft.com/office/drawing/2014/main" id="{8C64EC19-0139-B836-9FB6-6B01746E3DEC}"/>
                </a:ext>
              </a:extLst>
            </p:cNvPr>
            <p:cNvSpPr txBox="1"/>
            <p:nvPr/>
          </p:nvSpPr>
          <p:spPr>
            <a:xfrm>
              <a:off x="662471" y="1348200"/>
              <a:ext cx="1585590" cy="82928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dirty="0"/>
                <a:t>Missing IDs</a:t>
              </a:r>
              <a:endParaRPr lang="en-US" sz="1300" kern="1200" dirty="0"/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kern="1200" dirty="0"/>
                <a:t>~1.7 M records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436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</TotalTime>
  <Words>75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ANSC 4040 Data Science Applications in Agriculture - Project 1 Muyuan 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Muyuan Li</dc:creator>
  <cp:lastModifiedBy>Muyuan Li</cp:lastModifiedBy>
  <cp:revision>2</cp:revision>
  <dcterms:created xsi:type="dcterms:W3CDTF">2026-10-03T18:35:28Z</dcterms:created>
  <dcterms:modified xsi:type="dcterms:W3CDTF">2026-10-04T00:23:55Z</dcterms:modified>
</cp:coreProperties>
</file>