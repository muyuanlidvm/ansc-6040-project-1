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B53FFB-8E3A-BF4B-AA9C-0AE78C617D6F}" v="487" dt="2026-10-04T04:03:13.2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83"/>
  </p:normalViewPr>
  <p:slideViewPr>
    <p:cSldViewPr snapToGrid="0">
      <p:cViewPr>
        <p:scale>
          <a:sx n="155" d="100"/>
          <a:sy n="155" d="100"/>
        </p:scale>
        <p:origin x="20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yuan Li" userId="02573e01-306c-4233-b7d3-57f5fe21f9bc" providerId="ADAL" clId="{CAA0BD58-D522-5466-B6F1-179DCA91B97E}"/>
    <pc:docChg chg="undo redo custSel modSld">
      <pc:chgData name="Muyuan Li" userId="02573e01-306c-4233-b7d3-57f5fe21f9bc" providerId="ADAL" clId="{CAA0BD58-D522-5466-B6F1-179DCA91B97E}" dt="2026-10-04T04:05:17.174" v="2773" actId="20577"/>
      <pc:docMkLst>
        <pc:docMk/>
      </pc:docMkLst>
      <pc:sldChg chg="addSp delSp modSp mod">
        <pc:chgData name="Muyuan Li" userId="02573e01-306c-4233-b7d3-57f5fe21f9bc" providerId="ADAL" clId="{CAA0BD58-D522-5466-B6F1-179DCA91B97E}" dt="2026-10-04T04:05:17.174" v="2773" actId="20577"/>
        <pc:sldMkLst>
          <pc:docMk/>
          <pc:sldMk cId="2254363796" sldId="256"/>
        </pc:sldMkLst>
        <pc:spChg chg="mod">
          <ac:chgData name="Muyuan Li" userId="02573e01-306c-4233-b7d3-57f5fe21f9bc" providerId="ADAL" clId="{CAA0BD58-D522-5466-B6F1-179DCA91B97E}" dt="2026-10-04T03:59:07.431" v="2476" actId="1076"/>
          <ac:spMkLst>
            <pc:docMk/>
            <pc:sldMk cId="2254363796" sldId="256"/>
            <ac:spMk id="7" creationId="{50044E32-8AD6-34E7-995A-548678FF52D6}"/>
          </ac:spMkLst>
        </pc:spChg>
        <pc:spChg chg="mod">
          <ac:chgData name="Muyuan Li" userId="02573e01-306c-4233-b7d3-57f5fe21f9bc" providerId="ADAL" clId="{CAA0BD58-D522-5466-B6F1-179DCA91B97E}" dt="2026-10-04T03:59:20.466" v="2478" actId="1076"/>
          <ac:spMkLst>
            <pc:docMk/>
            <pc:sldMk cId="2254363796" sldId="256"/>
            <ac:spMk id="8" creationId="{8A5F7463-F890-5031-2E41-CCC439EEAB82}"/>
          </ac:spMkLst>
        </pc:spChg>
        <pc:spChg chg="mod">
          <ac:chgData name="Muyuan Li" userId="02573e01-306c-4233-b7d3-57f5fe21f9bc" providerId="ADAL" clId="{CAA0BD58-D522-5466-B6F1-179DCA91B97E}" dt="2026-10-04T03:58:22.362" v="2466" actId="1076"/>
          <ac:spMkLst>
            <pc:docMk/>
            <pc:sldMk cId="2254363796" sldId="256"/>
            <ac:spMk id="9" creationId="{4354D671-4CE0-F2E1-782D-C6D09B629473}"/>
          </ac:spMkLst>
        </pc:spChg>
        <pc:spChg chg="add mod">
          <ac:chgData name="Muyuan Li" userId="02573e01-306c-4233-b7d3-57f5fe21f9bc" providerId="ADAL" clId="{CAA0BD58-D522-5466-B6F1-179DCA91B97E}" dt="2026-10-04T03:18:25.553" v="1910" actId="1036"/>
          <ac:spMkLst>
            <pc:docMk/>
            <pc:sldMk cId="2254363796" sldId="256"/>
            <ac:spMk id="10" creationId="{84AA93FC-42E5-0B6C-1FF0-43578D518E5A}"/>
          </ac:spMkLst>
        </pc:spChg>
        <pc:spChg chg="add mod">
          <ac:chgData name="Muyuan Li" userId="02573e01-306c-4233-b7d3-57f5fe21f9bc" providerId="ADAL" clId="{CAA0BD58-D522-5466-B6F1-179DCA91B97E}" dt="2026-10-04T00:21:44.747" v="70"/>
          <ac:spMkLst>
            <pc:docMk/>
            <pc:sldMk cId="2254363796" sldId="256"/>
            <ac:spMk id="12" creationId="{E47755B0-06EB-C82B-A98B-FBED4564B73A}"/>
          </ac:spMkLst>
        </pc:spChg>
        <pc:spChg chg="add mod">
          <ac:chgData name="Muyuan Li" userId="02573e01-306c-4233-b7d3-57f5fe21f9bc" providerId="ADAL" clId="{CAA0BD58-D522-5466-B6F1-179DCA91B97E}" dt="2026-10-04T00:21:44.747" v="70"/>
          <ac:spMkLst>
            <pc:docMk/>
            <pc:sldMk cId="2254363796" sldId="256"/>
            <ac:spMk id="13" creationId="{F6CD4765-5EDD-8973-5F7C-DEC05807224C}"/>
          </ac:spMkLst>
        </pc:spChg>
        <pc:spChg chg="add mod">
          <ac:chgData name="Muyuan Li" userId="02573e01-306c-4233-b7d3-57f5fe21f9bc" providerId="ADAL" clId="{CAA0BD58-D522-5466-B6F1-179DCA91B97E}" dt="2026-10-04T00:22:14.822" v="73"/>
          <ac:spMkLst>
            <pc:docMk/>
            <pc:sldMk cId="2254363796" sldId="256"/>
            <ac:spMk id="15" creationId="{6198A4FB-E662-C30A-DB2C-E28844428F63}"/>
          </ac:spMkLst>
        </pc:spChg>
        <pc:spChg chg="add mod">
          <ac:chgData name="Muyuan Li" userId="02573e01-306c-4233-b7d3-57f5fe21f9bc" providerId="ADAL" clId="{CAA0BD58-D522-5466-B6F1-179DCA91B97E}" dt="2026-10-04T00:22:14.822" v="73"/>
          <ac:spMkLst>
            <pc:docMk/>
            <pc:sldMk cId="2254363796" sldId="256"/>
            <ac:spMk id="16" creationId="{B6FC91EA-3C0D-1F8D-A0DF-AA1495F37F3D}"/>
          </ac:spMkLst>
        </pc:spChg>
        <pc:spChg chg="add mod">
          <ac:chgData name="Muyuan Li" userId="02573e01-306c-4233-b7d3-57f5fe21f9bc" providerId="ADAL" clId="{CAA0BD58-D522-5466-B6F1-179DCA91B97E}" dt="2026-10-04T00:22:31.625" v="79"/>
          <ac:spMkLst>
            <pc:docMk/>
            <pc:sldMk cId="2254363796" sldId="256"/>
            <ac:spMk id="18" creationId="{21178754-6CC9-25AC-3EA1-243D7349F29A}"/>
          </ac:spMkLst>
        </pc:spChg>
        <pc:spChg chg="add mod">
          <ac:chgData name="Muyuan Li" userId="02573e01-306c-4233-b7d3-57f5fe21f9bc" providerId="ADAL" clId="{CAA0BD58-D522-5466-B6F1-179DCA91B97E}" dt="2026-10-04T02:39:58.308" v="1141" actId="113"/>
          <ac:spMkLst>
            <pc:docMk/>
            <pc:sldMk cId="2254363796" sldId="256"/>
            <ac:spMk id="19" creationId="{8C64EC19-0139-B836-9FB6-6B01746E3DEC}"/>
          </ac:spMkLst>
        </pc:spChg>
        <pc:spChg chg="add mod">
          <ac:chgData name="Muyuan Li" userId="02573e01-306c-4233-b7d3-57f5fe21f9bc" providerId="ADAL" clId="{CAA0BD58-D522-5466-B6F1-179DCA91B97E}" dt="2026-10-04T02:55:32.026" v="1552" actId="1036"/>
          <ac:spMkLst>
            <pc:docMk/>
            <pc:sldMk cId="2254363796" sldId="256"/>
            <ac:spMk id="21" creationId="{64963BAA-912D-5FC0-C390-B49EFA05A969}"/>
          </ac:spMkLst>
        </pc:spChg>
        <pc:spChg chg="add mod">
          <ac:chgData name="Muyuan Li" userId="02573e01-306c-4233-b7d3-57f5fe21f9bc" providerId="ADAL" clId="{CAA0BD58-D522-5466-B6F1-179DCA91B97E}" dt="2026-10-04T02:13:08.760" v="194"/>
          <ac:spMkLst>
            <pc:docMk/>
            <pc:sldMk cId="2254363796" sldId="256"/>
            <ac:spMk id="23" creationId="{A4BC86EA-9A98-AC08-B0BA-6899736F3FED}"/>
          </ac:spMkLst>
        </pc:spChg>
        <pc:spChg chg="add mod">
          <ac:chgData name="Muyuan Li" userId="02573e01-306c-4233-b7d3-57f5fe21f9bc" providerId="ADAL" clId="{CAA0BD58-D522-5466-B6F1-179DCA91B97E}" dt="2026-10-04T02:13:08.760" v="194"/>
          <ac:spMkLst>
            <pc:docMk/>
            <pc:sldMk cId="2254363796" sldId="256"/>
            <ac:spMk id="24" creationId="{01D4FA09-3325-A116-B3DE-F66F1829572D}"/>
          </ac:spMkLst>
        </pc:spChg>
        <pc:spChg chg="add mod">
          <ac:chgData name="Muyuan Li" userId="02573e01-306c-4233-b7d3-57f5fe21f9bc" providerId="ADAL" clId="{CAA0BD58-D522-5466-B6F1-179DCA91B97E}" dt="2026-10-04T02:14:54.083" v="231"/>
          <ac:spMkLst>
            <pc:docMk/>
            <pc:sldMk cId="2254363796" sldId="256"/>
            <ac:spMk id="26" creationId="{8443DB1A-6509-EA7D-73D6-2E910711C576}"/>
          </ac:spMkLst>
        </pc:spChg>
        <pc:spChg chg="add mod">
          <ac:chgData name="Muyuan Li" userId="02573e01-306c-4233-b7d3-57f5fe21f9bc" providerId="ADAL" clId="{CAA0BD58-D522-5466-B6F1-179DCA91B97E}" dt="2026-10-04T02:14:54.083" v="231"/>
          <ac:spMkLst>
            <pc:docMk/>
            <pc:sldMk cId="2254363796" sldId="256"/>
            <ac:spMk id="27" creationId="{98E9EFE7-F85D-3BBF-021F-1FA9AB25E1FB}"/>
          </ac:spMkLst>
        </pc:spChg>
        <pc:spChg chg="add del mod topLvl">
          <ac:chgData name="Muyuan Li" userId="02573e01-306c-4233-b7d3-57f5fe21f9bc" providerId="ADAL" clId="{CAA0BD58-D522-5466-B6F1-179DCA91B97E}" dt="2026-10-04T02:15:30.843" v="254" actId="478"/>
          <ac:spMkLst>
            <pc:docMk/>
            <pc:sldMk cId="2254363796" sldId="256"/>
            <ac:spMk id="29" creationId="{90721D31-4B82-CF22-ACE5-AB0D9FA1CC86}"/>
          </ac:spMkLst>
        </pc:spChg>
        <pc:spChg chg="add del mod topLvl">
          <ac:chgData name="Muyuan Li" userId="02573e01-306c-4233-b7d3-57f5fe21f9bc" providerId="ADAL" clId="{CAA0BD58-D522-5466-B6F1-179DCA91B97E}" dt="2026-10-04T02:15:27.119" v="251" actId="478"/>
          <ac:spMkLst>
            <pc:docMk/>
            <pc:sldMk cId="2254363796" sldId="256"/>
            <ac:spMk id="30" creationId="{10795EC0-F140-5FC5-21A3-E5230F5900FD}"/>
          </ac:spMkLst>
        </pc:spChg>
        <pc:spChg chg="add mod">
          <ac:chgData name="Muyuan Li" userId="02573e01-306c-4233-b7d3-57f5fe21f9bc" providerId="ADAL" clId="{CAA0BD58-D522-5466-B6F1-179DCA91B97E}" dt="2026-10-04T02:55:39.180" v="1553" actId="1076"/>
          <ac:spMkLst>
            <pc:docMk/>
            <pc:sldMk cId="2254363796" sldId="256"/>
            <ac:spMk id="31" creationId="{A3DE8E7F-5AF2-9B70-44D8-8C1C2B6B0EC8}"/>
          </ac:spMkLst>
        </pc:spChg>
        <pc:spChg chg="add mod">
          <ac:chgData name="Muyuan Li" userId="02573e01-306c-4233-b7d3-57f5fe21f9bc" providerId="ADAL" clId="{CAA0BD58-D522-5466-B6F1-179DCA91B97E}" dt="2026-10-04T02:55:43.730" v="1554" actId="1076"/>
          <ac:spMkLst>
            <pc:docMk/>
            <pc:sldMk cId="2254363796" sldId="256"/>
            <ac:spMk id="32" creationId="{96E2AF48-E58A-079D-DBA8-D5FC11BE81C2}"/>
          </ac:spMkLst>
        </pc:spChg>
        <pc:spChg chg="add mod">
          <ac:chgData name="Muyuan Li" userId="02573e01-306c-4233-b7d3-57f5fe21f9bc" providerId="ADAL" clId="{CAA0BD58-D522-5466-B6F1-179DCA91B97E}" dt="2026-10-04T02:56:06.164" v="1558" actId="1076"/>
          <ac:spMkLst>
            <pc:docMk/>
            <pc:sldMk cId="2254363796" sldId="256"/>
            <ac:spMk id="33" creationId="{168B7169-0D8F-C3E8-0ECC-FC72C94C1F61}"/>
          </ac:spMkLst>
        </pc:spChg>
        <pc:spChg chg="add mod">
          <ac:chgData name="Muyuan Li" userId="02573e01-306c-4233-b7d3-57f5fe21f9bc" providerId="ADAL" clId="{CAA0BD58-D522-5466-B6F1-179DCA91B97E}" dt="2026-10-04T02:56:19.682" v="1560" actId="1076"/>
          <ac:spMkLst>
            <pc:docMk/>
            <pc:sldMk cId="2254363796" sldId="256"/>
            <ac:spMk id="34" creationId="{1D201D78-C395-54A0-40EF-650FEFC801DF}"/>
          </ac:spMkLst>
        </pc:spChg>
        <pc:spChg chg="add mod">
          <ac:chgData name="Muyuan Li" userId="02573e01-306c-4233-b7d3-57f5fe21f9bc" providerId="ADAL" clId="{CAA0BD58-D522-5466-B6F1-179DCA91B97E}" dt="2026-10-04T03:47:09.326" v="2330" actId="20577"/>
          <ac:spMkLst>
            <pc:docMk/>
            <pc:sldMk cId="2254363796" sldId="256"/>
            <ac:spMk id="35" creationId="{75B2C6E6-20FF-EB81-74FA-E6645B446254}"/>
          </ac:spMkLst>
        </pc:spChg>
        <pc:spChg chg="add mod topLvl">
          <ac:chgData name="Muyuan Li" userId="02573e01-306c-4233-b7d3-57f5fe21f9bc" providerId="ADAL" clId="{CAA0BD58-D522-5466-B6F1-179DCA91B97E}" dt="2026-10-04T03:57:51.432" v="2459" actId="14100"/>
          <ac:spMkLst>
            <pc:docMk/>
            <pc:sldMk cId="2254363796" sldId="256"/>
            <ac:spMk id="37" creationId="{8A21A21B-E0D8-4545-8A63-7C29DE3B36A8}"/>
          </ac:spMkLst>
        </pc:spChg>
        <pc:spChg chg="add del mod topLvl">
          <ac:chgData name="Muyuan Li" userId="02573e01-306c-4233-b7d3-57f5fe21f9bc" providerId="ADAL" clId="{CAA0BD58-D522-5466-B6F1-179DCA91B97E}" dt="2026-10-04T02:26:26.416" v="644" actId="478"/>
          <ac:spMkLst>
            <pc:docMk/>
            <pc:sldMk cId="2254363796" sldId="256"/>
            <ac:spMk id="38" creationId="{E2773CDA-730B-1169-D02C-70358E129963}"/>
          </ac:spMkLst>
        </pc:spChg>
        <pc:spChg chg="add del mod">
          <ac:chgData name="Muyuan Li" userId="02573e01-306c-4233-b7d3-57f5fe21f9bc" providerId="ADAL" clId="{CAA0BD58-D522-5466-B6F1-179DCA91B97E}" dt="2026-10-04T02:30:24.254" v="717" actId="478"/>
          <ac:spMkLst>
            <pc:docMk/>
            <pc:sldMk cId="2254363796" sldId="256"/>
            <ac:spMk id="39" creationId="{FFAB302F-C3C9-8C43-6133-B3DDCB444C67}"/>
          </ac:spMkLst>
        </pc:spChg>
        <pc:spChg chg="add del mod">
          <ac:chgData name="Muyuan Li" userId="02573e01-306c-4233-b7d3-57f5fe21f9bc" providerId="ADAL" clId="{CAA0BD58-D522-5466-B6F1-179DCA91B97E}" dt="2026-10-04T02:30:13.045" v="716" actId="478"/>
          <ac:spMkLst>
            <pc:docMk/>
            <pc:sldMk cId="2254363796" sldId="256"/>
            <ac:spMk id="40" creationId="{2C08F451-150B-74A0-C96A-62C37D6200F7}"/>
          </ac:spMkLst>
        </pc:spChg>
        <pc:spChg chg="add mod">
          <ac:chgData name="Muyuan Li" userId="02573e01-306c-4233-b7d3-57f5fe21f9bc" providerId="ADAL" clId="{CAA0BD58-D522-5466-B6F1-179DCA91B97E}" dt="2026-10-04T02:30:27.248" v="718"/>
          <ac:spMkLst>
            <pc:docMk/>
            <pc:sldMk cId="2254363796" sldId="256"/>
            <ac:spMk id="42" creationId="{82F3FBDC-AAB8-A227-762E-A869A80004F7}"/>
          </ac:spMkLst>
        </pc:spChg>
        <pc:spChg chg="add mod">
          <ac:chgData name="Muyuan Li" userId="02573e01-306c-4233-b7d3-57f5fe21f9bc" providerId="ADAL" clId="{CAA0BD58-D522-5466-B6F1-179DCA91B97E}" dt="2026-10-04T03:43:31.742" v="2257" actId="20577"/>
          <ac:spMkLst>
            <pc:docMk/>
            <pc:sldMk cId="2254363796" sldId="256"/>
            <ac:spMk id="43" creationId="{E0F461F7-D034-B3C0-FF9B-07E8BECFEFDD}"/>
          </ac:spMkLst>
        </pc:spChg>
        <pc:spChg chg="add del mod topLvl">
          <ac:chgData name="Muyuan Li" userId="02573e01-306c-4233-b7d3-57f5fe21f9bc" providerId="ADAL" clId="{CAA0BD58-D522-5466-B6F1-179DCA91B97E}" dt="2026-10-04T02:44:08.237" v="1166" actId="478"/>
          <ac:spMkLst>
            <pc:docMk/>
            <pc:sldMk cId="2254363796" sldId="256"/>
            <ac:spMk id="45" creationId="{D3D7602F-B1C7-B0E8-42F0-1585E73839A2}"/>
          </ac:spMkLst>
        </pc:spChg>
        <pc:spChg chg="add mod topLvl">
          <ac:chgData name="Muyuan Li" userId="02573e01-306c-4233-b7d3-57f5fe21f9bc" providerId="ADAL" clId="{CAA0BD58-D522-5466-B6F1-179DCA91B97E}" dt="2026-10-04T03:55:42.395" v="2381" actId="1038"/>
          <ac:spMkLst>
            <pc:docMk/>
            <pc:sldMk cId="2254363796" sldId="256"/>
            <ac:spMk id="46" creationId="{7DE1D0F5-717B-7A37-FBFB-DA7D9B774396}"/>
          </ac:spMkLst>
        </pc:spChg>
        <pc:spChg chg="add mod">
          <ac:chgData name="Muyuan Li" userId="02573e01-306c-4233-b7d3-57f5fe21f9bc" providerId="ADAL" clId="{CAA0BD58-D522-5466-B6F1-179DCA91B97E}" dt="2026-10-04T02:44:56.093" v="1180"/>
          <ac:spMkLst>
            <pc:docMk/>
            <pc:sldMk cId="2254363796" sldId="256"/>
            <ac:spMk id="48" creationId="{0DB3E0CD-8894-4D92-CB43-DEB09D76A583}"/>
          </ac:spMkLst>
        </pc:spChg>
        <pc:spChg chg="add mod">
          <ac:chgData name="Muyuan Li" userId="02573e01-306c-4233-b7d3-57f5fe21f9bc" providerId="ADAL" clId="{CAA0BD58-D522-5466-B6F1-179DCA91B97E}" dt="2026-10-04T02:44:56.093" v="1180"/>
          <ac:spMkLst>
            <pc:docMk/>
            <pc:sldMk cId="2254363796" sldId="256"/>
            <ac:spMk id="49" creationId="{6D885D76-7042-DCA4-CC37-6D26D38A6E1F}"/>
          </ac:spMkLst>
        </pc:spChg>
        <pc:spChg chg="add mod">
          <ac:chgData name="Muyuan Li" userId="02573e01-306c-4233-b7d3-57f5fe21f9bc" providerId="ADAL" clId="{CAA0BD58-D522-5466-B6F1-179DCA91B97E}" dt="2026-10-04T03:21:20.401" v="1980" actId="1076"/>
          <ac:spMkLst>
            <pc:docMk/>
            <pc:sldMk cId="2254363796" sldId="256"/>
            <ac:spMk id="50" creationId="{630353C5-4BB3-6ECB-AC51-D3493CF4559F}"/>
          </ac:spMkLst>
        </pc:spChg>
        <pc:spChg chg="add mod">
          <ac:chgData name="Muyuan Li" userId="02573e01-306c-4233-b7d3-57f5fe21f9bc" providerId="ADAL" clId="{CAA0BD58-D522-5466-B6F1-179DCA91B97E}" dt="2026-10-04T02:48:57.405" v="1286"/>
          <ac:spMkLst>
            <pc:docMk/>
            <pc:sldMk cId="2254363796" sldId="256"/>
            <ac:spMk id="52" creationId="{3DF5929E-5364-947E-398C-1C35FB60BEA8}"/>
          </ac:spMkLst>
        </pc:spChg>
        <pc:spChg chg="add mod">
          <ac:chgData name="Muyuan Li" userId="02573e01-306c-4233-b7d3-57f5fe21f9bc" providerId="ADAL" clId="{CAA0BD58-D522-5466-B6F1-179DCA91B97E}" dt="2026-10-04T02:49:28.149" v="1296" actId="1035"/>
          <ac:spMkLst>
            <pc:docMk/>
            <pc:sldMk cId="2254363796" sldId="256"/>
            <ac:spMk id="53" creationId="{043FBC30-ED76-5386-6ECC-6974158D3DF8}"/>
          </ac:spMkLst>
        </pc:spChg>
        <pc:spChg chg="mod">
          <ac:chgData name="Muyuan Li" userId="02573e01-306c-4233-b7d3-57f5fe21f9bc" providerId="ADAL" clId="{CAA0BD58-D522-5466-B6F1-179DCA91B97E}" dt="2026-10-04T02:52:41.977" v="1445" actId="207"/>
          <ac:spMkLst>
            <pc:docMk/>
            <pc:sldMk cId="2254363796" sldId="256"/>
            <ac:spMk id="55" creationId="{6912814A-9D52-5975-5241-3EAA74EA42E3}"/>
          </ac:spMkLst>
        </pc:spChg>
        <pc:spChg chg="mod">
          <ac:chgData name="Muyuan Li" userId="02573e01-306c-4233-b7d3-57f5fe21f9bc" providerId="ADAL" clId="{CAA0BD58-D522-5466-B6F1-179DCA91B97E}" dt="2026-10-04T02:52:28.833" v="1353" actId="1076"/>
          <ac:spMkLst>
            <pc:docMk/>
            <pc:sldMk cId="2254363796" sldId="256"/>
            <ac:spMk id="56" creationId="{1F45248A-0214-B952-1895-FDA04CFACFF3}"/>
          </ac:spMkLst>
        </pc:spChg>
        <pc:spChg chg="add mod">
          <ac:chgData name="Muyuan Li" userId="02573e01-306c-4233-b7d3-57f5fe21f9bc" providerId="ADAL" clId="{CAA0BD58-D522-5466-B6F1-179DCA91B97E}" dt="2026-10-04T03:58:17.882" v="2465" actId="1076"/>
          <ac:spMkLst>
            <pc:docMk/>
            <pc:sldMk cId="2254363796" sldId="256"/>
            <ac:spMk id="57" creationId="{F2C9370C-5F7A-87AF-A4A5-D9791D9FA94F}"/>
          </ac:spMkLst>
        </pc:spChg>
        <pc:spChg chg="add mod">
          <ac:chgData name="Muyuan Li" userId="02573e01-306c-4233-b7d3-57f5fe21f9bc" providerId="ADAL" clId="{CAA0BD58-D522-5466-B6F1-179DCA91B97E}" dt="2026-10-04T03:16:35.550" v="1881" actId="767"/>
          <ac:spMkLst>
            <pc:docMk/>
            <pc:sldMk cId="2254363796" sldId="256"/>
            <ac:spMk id="58" creationId="{FEC11E17-E065-5941-CE42-B6D3A4DF4B61}"/>
          </ac:spMkLst>
        </pc:spChg>
        <pc:spChg chg="add mod">
          <ac:chgData name="Muyuan Li" userId="02573e01-306c-4233-b7d3-57f5fe21f9bc" providerId="ADAL" clId="{CAA0BD58-D522-5466-B6F1-179DCA91B97E}" dt="2026-10-04T03:58:08.565" v="2462" actId="14100"/>
          <ac:spMkLst>
            <pc:docMk/>
            <pc:sldMk cId="2254363796" sldId="256"/>
            <ac:spMk id="59" creationId="{2A63506B-CE5B-F017-8A9F-7B9E68AD5292}"/>
          </ac:spMkLst>
        </pc:spChg>
        <pc:spChg chg="add mod">
          <ac:chgData name="Muyuan Li" userId="02573e01-306c-4233-b7d3-57f5fe21f9bc" providerId="ADAL" clId="{CAA0BD58-D522-5466-B6F1-179DCA91B97E}" dt="2026-10-04T03:58:32.830" v="2468" actId="14100"/>
          <ac:spMkLst>
            <pc:docMk/>
            <pc:sldMk cId="2254363796" sldId="256"/>
            <ac:spMk id="60" creationId="{13EF09E5-0607-B1F1-F7C5-E1DD501A546D}"/>
          </ac:spMkLst>
        </pc:spChg>
        <pc:spChg chg="add mod">
          <ac:chgData name="Muyuan Li" userId="02573e01-306c-4233-b7d3-57f5fe21f9bc" providerId="ADAL" clId="{CAA0BD58-D522-5466-B6F1-179DCA91B97E}" dt="2026-10-04T03:59:03.785" v="2475" actId="1076"/>
          <ac:spMkLst>
            <pc:docMk/>
            <pc:sldMk cId="2254363796" sldId="256"/>
            <ac:spMk id="61" creationId="{78060164-7FB2-140B-184D-64A573D43F53}"/>
          </ac:spMkLst>
        </pc:spChg>
        <pc:spChg chg="add mod">
          <ac:chgData name="Muyuan Li" userId="02573e01-306c-4233-b7d3-57f5fe21f9bc" providerId="ADAL" clId="{CAA0BD58-D522-5466-B6F1-179DCA91B97E}" dt="2026-10-04T03:24:32.689" v="2020" actId="1076"/>
          <ac:spMkLst>
            <pc:docMk/>
            <pc:sldMk cId="2254363796" sldId="256"/>
            <ac:spMk id="62" creationId="{918C2D8C-4B89-0F62-F711-B650DCE380BA}"/>
          </ac:spMkLst>
        </pc:spChg>
        <pc:spChg chg="add mod">
          <ac:chgData name="Muyuan Li" userId="02573e01-306c-4233-b7d3-57f5fe21f9bc" providerId="ADAL" clId="{CAA0BD58-D522-5466-B6F1-179DCA91B97E}" dt="2026-10-04T04:05:17.174" v="2773" actId="20577"/>
          <ac:spMkLst>
            <pc:docMk/>
            <pc:sldMk cId="2254363796" sldId="256"/>
            <ac:spMk id="63" creationId="{E798CF97-6B28-7CEF-8896-0D767DA2B450}"/>
          </ac:spMkLst>
        </pc:spChg>
        <pc:spChg chg="add del mod">
          <ac:chgData name="Muyuan Li" userId="02573e01-306c-4233-b7d3-57f5fe21f9bc" providerId="ADAL" clId="{CAA0BD58-D522-5466-B6F1-179DCA91B97E}" dt="2026-10-04T03:49:10.193" v="2346" actId="478"/>
          <ac:spMkLst>
            <pc:docMk/>
            <pc:sldMk cId="2254363796" sldId="256"/>
            <ac:spMk id="64" creationId="{F44A9E11-4D55-0338-FF7A-E0324580C394}"/>
          </ac:spMkLst>
        </pc:spChg>
        <pc:spChg chg="add mod">
          <ac:chgData name="Muyuan Li" userId="02573e01-306c-4233-b7d3-57f5fe21f9bc" providerId="ADAL" clId="{CAA0BD58-D522-5466-B6F1-179DCA91B97E}" dt="2026-10-04T03:59:14.617" v="2477" actId="14100"/>
          <ac:spMkLst>
            <pc:docMk/>
            <pc:sldMk cId="2254363796" sldId="256"/>
            <ac:spMk id="65" creationId="{323056C3-62F8-FEAA-4D64-4D95D744EDA7}"/>
          </ac:spMkLst>
        </pc:spChg>
        <pc:grpChg chg="add del mod">
          <ac:chgData name="Muyuan Li" userId="02573e01-306c-4233-b7d3-57f5fe21f9bc" providerId="ADAL" clId="{CAA0BD58-D522-5466-B6F1-179DCA91B97E}" dt="2026-10-04T00:21:50.173" v="72" actId="478"/>
          <ac:grpSpMkLst>
            <pc:docMk/>
            <pc:sldMk cId="2254363796" sldId="256"/>
            <ac:grpSpMk id="11" creationId="{D172FA2C-81B2-6000-5055-07E3198F1E13}"/>
          </ac:grpSpMkLst>
        </pc:grpChg>
        <pc:grpChg chg="add mod">
          <ac:chgData name="Muyuan Li" userId="02573e01-306c-4233-b7d3-57f5fe21f9bc" providerId="ADAL" clId="{CAA0BD58-D522-5466-B6F1-179DCA91B97E}" dt="2026-10-04T03:55:29.445" v="2372" actId="14100"/>
          <ac:grpSpMkLst>
            <pc:docMk/>
            <pc:sldMk cId="2254363796" sldId="256"/>
            <ac:grpSpMk id="14" creationId="{C6FECCCD-D46A-2200-70C7-3B93ACFADF3E}"/>
          </ac:grpSpMkLst>
        </pc:grpChg>
        <pc:grpChg chg="add mod">
          <ac:chgData name="Muyuan Li" userId="02573e01-306c-4233-b7d3-57f5fe21f9bc" providerId="ADAL" clId="{CAA0BD58-D522-5466-B6F1-179DCA91B97E}" dt="2026-10-04T03:55:25.878" v="2371" actId="1076"/>
          <ac:grpSpMkLst>
            <pc:docMk/>
            <pc:sldMk cId="2254363796" sldId="256"/>
            <ac:grpSpMk id="17" creationId="{93DA8051-0E05-BA93-8433-36AF49ABD2BA}"/>
          </ac:grpSpMkLst>
        </pc:grpChg>
        <pc:grpChg chg="add del mod">
          <ac:chgData name="Muyuan Li" userId="02573e01-306c-4233-b7d3-57f5fe21f9bc" providerId="ADAL" clId="{CAA0BD58-D522-5466-B6F1-179DCA91B97E}" dt="2026-10-04T02:15:32.758" v="255" actId="478"/>
          <ac:grpSpMkLst>
            <pc:docMk/>
            <pc:sldMk cId="2254363796" sldId="256"/>
            <ac:grpSpMk id="22" creationId="{636A2BCC-16C7-D31B-6703-5CD8A0A29533}"/>
          </ac:grpSpMkLst>
        </pc:grpChg>
        <pc:grpChg chg="add mod">
          <ac:chgData name="Muyuan Li" userId="02573e01-306c-4233-b7d3-57f5fe21f9bc" providerId="ADAL" clId="{CAA0BD58-D522-5466-B6F1-179DCA91B97E}" dt="2026-10-04T02:14:54.083" v="231"/>
          <ac:grpSpMkLst>
            <pc:docMk/>
            <pc:sldMk cId="2254363796" sldId="256"/>
            <ac:grpSpMk id="25" creationId="{897069DB-31BB-EE5E-34F3-BA1E3D52A871}"/>
          </ac:grpSpMkLst>
        </pc:grpChg>
        <pc:grpChg chg="add del mod">
          <ac:chgData name="Muyuan Li" userId="02573e01-306c-4233-b7d3-57f5fe21f9bc" providerId="ADAL" clId="{CAA0BD58-D522-5466-B6F1-179DCA91B97E}" dt="2026-10-04T02:15:27.119" v="251" actId="478"/>
          <ac:grpSpMkLst>
            <pc:docMk/>
            <pc:sldMk cId="2254363796" sldId="256"/>
            <ac:grpSpMk id="28" creationId="{15F41E5B-0A1F-54B4-1F56-2E9DFE83802C}"/>
          </ac:grpSpMkLst>
        </pc:grpChg>
        <pc:grpChg chg="add del mod">
          <ac:chgData name="Muyuan Li" userId="02573e01-306c-4233-b7d3-57f5fe21f9bc" providerId="ADAL" clId="{CAA0BD58-D522-5466-B6F1-179DCA91B97E}" dt="2026-10-04T02:26:26.416" v="644" actId="478"/>
          <ac:grpSpMkLst>
            <pc:docMk/>
            <pc:sldMk cId="2254363796" sldId="256"/>
            <ac:grpSpMk id="36" creationId="{24F943B0-8942-423D-BEE8-E958CE5B1AFB}"/>
          </ac:grpSpMkLst>
        </pc:grpChg>
        <pc:grpChg chg="add mod">
          <ac:chgData name="Muyuan Li" userId="02573e01-306c-4233-b7d3-57f5fe21f9bc" providerId="ADAL" clId="{CAA0BD58-D522-5466-B6F1-179DCA91B97E}" dt="2026-10-04T03:57:55.566" v="2460" actId="1076"/>
          <ac:grpSpMkLst>
            <pc:docMk/>
            <pc:sldMk cId="2254363796" sldId="256"/>
            <ac:grpSpMk id="41" creationId="{2E638973-A36C-7D09-C2A1-9CA434F208C5}"/>
          </ac:grpSpMkLst>
        </pc:grpChg>
        <pc:grpChg chg="add del mod">
          <ac:chgData name="Muyuan Li" userId="02573e01-306c-4233-b7d3-57f5fe21f9bc" providerId="ADAL" clId="{CAA0BD58-D522-5466-B6F1-179DCA91B97E}" dt="2026-10-04T02:44:08.237" v="1166" actId="478"/>
          <ac:grpSpMkLst>
            <pc:docMk/>
            <pc:sldMk cId="2254363796" sldId="256"/>
            <ac:grpSpMk id="44" creationId="{F0FFF01A-1EE7-DEB5-EAD9-272FA4DBA1D3}"/>
          </ac:grpSpMkLst>
        </pc:grpChg>
        <pc:grpChg chg="add mod">
          <ac:chgData name="Muyuan Li" userId="02573e01-306c-4233-b7d3-57f5fe21f9bc" providerId="ADAL" clId="{CAA0BD58-D522-5466-B6F1-179DCA91B97E}" dt="2026-10-04T02:44:56.093" v="1180"/>
          <ac:grpSpMkLst>
            <pc:docMk/>
            <pc:sldMk cId="2254363796" sldId="256"/>
            <ac:grpSpMk id="47" creationId="{5A7DEDC3-1760-9B63-A044-66A0EC4FAFEB}"/>
          </ac:grpSpMkLst>
        </pc:grpChg>
        <pc:grpChg chg="add mod">
          <ac:chgData name="Muyuan Li" userId="02573e01-306c-4233-b7d3-57f5fe21f9bc" providerId="ADAL" clId="{CAA0BD58-D522-5466-B6F1-179DCA91B97E}" dt="2026-10-04T02:58:10.794" v="1583" actId="1037"/>
          <ac:grpSpMkLst>
            <pc:docMk/>
            <pc:sldMk cId="2254363796" sldId="256"/>
            <ac:grpSpMk id="51" creationId="{EADF9F0D-E6D6-5B05-A0A6-9C2113F948C8}"/>
          </ac:grpSpMkLst>
        </pc:grpChg>
        <pc:grpChg chg="add mod">
          <ac:chgData name="Muyuan Li" userId="02573e01-306c-4233-b7d3-57f5fe21f9bc" providerId="ADAL" clId="{CAA0BD58-D522-5466-B6F1-179DCA91B97E}" dt="2026-10-04T03:21:07.386" v="1978" actId="14100"/>
          <ac:grpSpMkLst>
            <pc:docMk/>
            <pc:sldMk cId="2254363796" sldId="256"/>
            <ac:grpSpMk id="54" creationId="{CC4539D4-1BB6-6956-8A8A-27F6876F8BD3}"/>
          </ac:grpSpMkLst>
        </pc:grpChg>
        <pc:graphicFrameChg chg="mod modGraphic">
          <ac:chgData name="Muyuan Li" userId="02573e01-306c-4233-b7d3-57f5fe21f9bc" providerId="ADAL" clId="{CAA0BD58-D522-5466-B6F1-179DCA91B97E}" dt="2026-10-04T03:44:03.902" v="2261" actId="403"/>
          <ac:graphicFrameMkLst>
            <pc:docMk/>
            <pc:sldMk cId="2254363796" sldId="256"/>
            <ac:graphicFrameMk id="6" creationId="{225449A6-BB6E-AD3F-E4B5-3496FB17820F}"/>
          </ac:graphicFrameMkLst>
        </pc:graphicFrameChg>
        <pc:picChg chg="add mod">
          <ac:chgData name="Muyuan Li" userId="02573e01-306c-4233-b7d3-57f5fe21f9bc" providerId="ADAL" clId="{CAA0BD58-D522-5466-B6F1-179DCA91B97E}" dt="2026-10-04T03:58:25.797" v="2467" actId="1076"/>
          <ac:picMkLst>
            <pc:docMk/>
            <pc:sldMk cId="2254363796" sldId="256"/>
            <ac:picMk id="20" creationId="{387C9C44-345E-5BB8-2CD6-28A9093AB0A0}"/>
          </ac:picMkLst>
        </pc:picChg>
        <pc:picChg chg="add del mod">
          <ac:chgData name="Muyuan Li" userId="02573e01-306c-4233-b7d3-57f5fe21f9bc" providerId="ADAL" clId="{CAA0BD58-D522-5466-B6F1-179DCA91B97E}" dt="2026-10-04T03:51:46.883" v="2356" actId="478"/>
          <ac:picMkLst>
            <pc:docMk/>
            <pc:sldMk cId="2254363796" sldId="256"/>
            <ac:picMk id="67" creationId="{F7893310-672A-DE5A-03A6-729F7F5C5749}"/>
          </ac:picMkLst>
        </pc:picChg>
        <pc:picChg chg="add del mod">
          <ac:chgData name="Muyuan Li" userId="02573e01-306c-4233-b7d3-57f5fe21f9bc" providerId="ADAL" clId="{CAA0BD58-D522-5466-B6F1-179DCA91B97E}" dt="2026-10-04T03:51:49.188" v="2357" actId="478"/>
          <ac:picMkLst>
            <pc:docMk/>
            <pc:sldMk cId="2254363796" sldId="256"/>
            <ac:picMk id="69" creationId="{C68CB05F-27BF-FF5B-4985-C3FFCEFB4575}"/>
          </ac:picMkLst>
        </pc:picChg>
        <pc:picChg chg="add mod modCrop">
          <ac:chgData name="Muyuan Li" userId="02573e01-306c-4233-b7d3-57f5fe21f9bc" providerId="ADAL" clId="{CAA0BD58-D522-5466-B6F1-179DCA91B97E}" dt="2026-10-04T03:55:17.012" v="2370" actId="1076"/>
          <ac:picMkLst>
            <pc:docMk/>
            <pc:sldMk cId="2254363796" sldId="256"/>
            <ac:picMk id="70" creationId="{C5F96D71-DCD3-CB0E-AE44-430191729F3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10D3BF-0532-3E46-AC64-E8AD39B46A71}" type="doc">
      <dgm:prSet loTypeId="urn:microsoft.com/office/officeart/2005/8/layout/process2" loCatId="" qsTypeId="urn:microsoft.com/office/officeart/2005/8/quickstyle/simple3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18B206-D751-A042-A4AA-C7F496612EE1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Raw data set</a:t>
          </a:r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: </a:t>
          </a:r>
        </a:p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8.5 M records</a:t>
          </a:r>
        </a:p>
      </dgm:t>
    </dgm:pt>
    <dgm:pt modelId="{8AFA4FA8-E293-DE4E-A56E-172B2F46C9C9}" type="parTrans" cxnId="{622D0426-72D3-BA44-88CA-CDCD77BE0772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9327581E-E333-9740-80AF-8F7684358E7A}" type="sibTrans" cxnId="{622D0426-72D3-BA44-88CA-CDCD77BE0772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2297DCA0-C834-1D4A-AEBD-CBACB04AD8AA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6.8 M records</a:t>
          </a:r>
        </a:p>
      </dgm:t>
    </dgm:pt>
    <dgm:pt modelId="{777F7FEE-855E-964E-9A4F-AE77AB58C2F9}" type="parTrans" cxnId="{70B4C149-EA9C-FE4D-8B01-C84F21A7F44B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F504CD8-473B-024B-BFB0-B102F4EF3647}" type="sibTrans" cxnId="{70B4C149-EA9C-FE4D-8B01-C84F21A7F44B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03E90E9-E711-AC4A-B075-54E168063216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9011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6 M records</a:t>
          </a:r>
        </a:p>
      </dgm:t>
    </dgm:pt>
    <dgm:pt modelId="{5175BFE8-FA0B-DB42-BF26-C4D161516515}" type="parTrans" cxnId="{7CDA4C13-F692-3C4D-BB78-0FE561581CD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D84755-2FCB-254A-B3EA-E4FBB34EE01A}" type="sibTrans" cxnId="{7CDA4C13-F692-3C4D-BB78-0FE561581CD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26F7429-D30E-654F-B84B-6C8987734135}">
      <dgm:prSet phldrT="[Text]" custT="1"/>
      <dgm:spPr/>
      <dgm:t>
        <a:bodyPr/>
        <a:lstStyle/>
        <a:p>
          <a:r>
            <a:rPr lang="en-US" sz="1400" b="1" dirty="0">
              <a:latin typeface="Times New Roman" panose="02020603050405020304" pitchFamily="18" charset="0"/>
              <a:cs typeface="Times New Roman" panose="02020603050405020304" pitchFamily="18" charset="0"/>
            </a:rPr>
            <a:t>450 cows</a:t>
          </a:r>
        </a:p>
        <a:p>
          <a:r>
            <a:rPr lang="en-US" sz="14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gm:t>
    </dgm:pt>
    <dgm:pt modelId="{B41FEBBF-B46E-1E4D-8973-DE1FE5A8A5BE}" type="parTrans" cxnId="{313D48AB-5BDD-184F-9C5A-0EB4A4F458D5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9E0DB29-B812-0340-977B-C186900F6F5F}" type="sibTrans" cxnId="{313D48AB-5BDD-184F-9C5A-0EB4A4F458D5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78827E7-7104-3C47-9553-693041A90286}">
      <dgm:prSet phldrT="[Text]" custT="1"/>
      <dgm:spPr/>
      <dgm:t>
        <a:bodyPr/>
        <a:lstStyle/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gm:t>
    </dgm:pt>
    <dgm:pt modelId="{600F5CC7-081B-5847-8650-2484AC7D4A76}" type="parTrans" cxnId="{BB39EF82-AA44-4C40-AAE6-72BDA6DB5E94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56DF35B-B71D-CD4A-B6F6-15BBBE59878D}" type="sibTrans" cxnId="{BB39EF82-AA44-4C40-AAE6-72BDA6DB5E94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FEF1A5C-0ACE-3849-9D96-E14CE662C40A}">
      <dgm:prSet phldrT="[Text]" custT="1"/>
      <dgm:spPr/>
      <dgm:t>
        <a:bodyPr/>
        <a:lstStyle/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Train set</a:t>
          </a:r>
        </a:p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0.25 M records (80%; same cows older records)</a:t>
          </a:r>
        </a:p>
      </dgm:t>
    </dgm:pt>
    <dgm:pt modelId="{32734F6D-F338-5F4C-AE90-FFEDDCCDEF23}" type="parTrans" cxnId="{7B816B9D-25E4-B444-A51E-8B8F238A9370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29809D3-74A5-094B-9847-547C288E516D}" type="sibTrans" cxnId="{7B816B9D-25E4-B444-A51E-8B8F238A9370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DCC99D-1062-2E48-9E3F-A640EAC95511}">
      <dgm:prSet phldrT="[Text]" custT="1"/>
      <dgm:spPr/>
      <dgm:t>
        <a:bodyPr/>
        <a:lstStyle/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Feature engineering – randomized search</a:t>
          </a:r>
        </a:p>
      </dgm:t>
    </dgm:pt>
    <dgm:pt modelId="{38C4E7C9-BFAB-2941-BD52-4A7C934D2EBE}" type="parTrans" cxnId="{A3D947B4-40B4-D64D-AD27-A6CD1B13F4F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3868540-C123-5945-86DA-50D288AFA5DA}" type="sibTrans" cxnId="{A3D947B4-40B4-D64D-AD27-A6CD1B13F4F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07105E2-007C-C649-AADB-179864AEA3CB}" type="pres">
      <dgm:prSet presAssocID="{9410D3BF-0532-3E46-AC64-E8AD39B46A71}" presName="linearFlow" presStyleCnt="0">
        <dgm:presLayoutVars>
          <dgm:resizeHandles val="exact"/>
        </dgm:presLayoutVars>
      </dgm:prSet>
      <dgm:spPr/>
    </dgm:pt>
    <dgm:pt modelId="{DB61925C-5AAD-584B-8B79-72E6E02ECE4C}" type="pres">
      <dgm:prSet presAssocID="{2318B206-D751-A042-A4AA-C7F496612EE1}" presName="node" presStyleLbl="node1" presStyleIdx="0" presStyleCnt="7">
        <dgm:presLayoutVars>
          <dgm:bulletEnabled val="1"/>
        </dgm:presLayoutVars>
      </dgm:prSet>
      <dgm:spPr/>
    </dgm:pt>
    <dgm:pt modelId="{2F389860-34B6-D647-9527-94DE13E6CDEE}" type="pres">
      <dgm:prSet presAssocID="{9327581E-E333-9740-80AF-8F7684358E7A}" presName="sibTrans" presStyleLbl="sibTrans2D1" presStyleIdx="0" presStyleCnt="6" custScaleX="125063"/>
      <dgm:spPr/>
    </dgm:pt>
    <dgm:pt modelId="{129F80BE-FFE7-CB4F-9389-7A870E9ECA93}" type="pres">
      <dgm:prSet presAssocID="{9327581E-E333-9740-80AF-8F7684358E7A}" presName="connectorText" presStyleLbl="sibTrans2D1" presStyleIdx="0" presStyleCnt="6"/>
      <dgm:spPr/>
    </dgm:pt>
    <dgm:pt modelId="{F1DCF891-B3F9-924B-A427-97798FBECA9C}" type="pres">
      <dgm:prSet presAssocID="{2297DCA0-C834-1D4A-AEBD-CBACB04AD8AA}" presName="node" presStyleLbl="node1" presStyleIdx="1" presStyleCnt="7" custScaleY="66766">
        <dgm:presLayoutVars>
          <dgm:bulletEnabled val="1"/>
        </dgm:presLayoutVars>
      </dgm:prSet>
      <dgm:spPr/>
    </dgm:pt>
    <dgm:pt modelId="{5A392C4F-0F82-2042-A3B8-98E0ADC70004}" type="pres">
      <dgm:prSet presAssocID="{5F504CD8-473B-024B-BFB0-B102F4EF3647}" presName="sibTrans" presStyleLbl="sibTrans2D1" presStyleIdx="1" presStyleCnt="6" custScaleX="124464"/>
      <dgm:spPr/>
    </dgm:pt>
    <dgm:pt modelId="{D897E4CD-D17C-A249-87A7-F0BD16D3EB8A}" type="pres">
      <dgm:prSet presAssocID="{5F504CD8-473B-024B-BFB0-B102F4EF3647}" presName="connectorText" presStyleLbl="sibTrans2D1" presStyleIdx="1" presStyleCnt="6"/>
      <dgm:spPr/>
    </dgm:pt>
    <dgm:pt modelId="{7128D90E-EA1C-5A49-A5CB-358F0F56600D}" type="pres">
      <dgm:prSet presAssocID="{603E90E9-E711-AC4A-B075-54E168063216}" presName="node" presStyleLbl="node1" presStyleIdx="2" presStyleCnt="7" custScaleY="63061">
        <dgm:presLayoutVars>
          <dgm:bulletEnabled val="1"/>
        </dgm:presLayoutVars>
      </dgm:prSet>
      <dgm:spPr/>
    </dgm:pt>
    <dgm:pt modelId="{BAC1D5B0-1E4F-6C4D-8E53-3F1D1FD640C7}" type="pres">
      <dgm:prSet presAssocID="{88D84755-2FCB-254A-B3EA-E4FBB34EE01A}" presName="sibTrans" presStyleLbl="sibTrans2D1" presStyleIdx="2" presStyleCnt="6"/>
      <dgm:spPr/>
    </dgm:pt>
    <dgm:pt modelId="{B0C5A956-C517-F641-B966-D00733391F6A}" type="pres">
      <dgm:prSet presAssocID="{88D84755-2FCB-254A-B3EA-E4FBB34EE01A}" presName="connectorText" presStyleLbl="sibTrans2D1" presStyleIdx="2" presStyleCnt="6"/>
      <dgm:spPr/>
    </dgm:pt>
    <dgm:pt modelId="{9F524941-7A89-6D4D-A311-EA8C15B7B605}" type="pres">
      <dgm:prSet presAssocID="{026F7429-D30E-654F-B84B-6C8987734135}" presName="node" presStyleLbl="node1" presStyleIdx="3" presStyleCnt="7" custScaleX="72979" custScaleY="67999">
        <dgm:presLayoutVars>
          <dgm:bulletEnabled val="1"/>
        </dgm:presLayoutVars>
      </dgm:prSet>
      <dgm:spPr/>
    </dgm:pt>
    <dgm:pt modelId="{9832284A-FC4C-B54D-9A24-074AFD27F0C9}" type="pres">
      <dgm:prSet presAssocID="{D9E0DB29-B812-0340-977B-C186900F6F5F}" presName="sibTrans" presStyleLbl="sibTrans2D1" presStyleIdx="3" presStyleCnt="6"/>
      <dgm:spPr/>
    </dgm:pt>
    <dgm:pt modelId="{A1E24BD5-3137-6B4F-A564-1484F757CD2B}" type="pres">
      <dgm:prSet presAssocID="{D9E0DB29-B812-0340-977B-C186900F6F5F}" presName="connectorText" presStyleLbl="sibTrans2D1" presStyleIdx="3" presStyleCnt="6"/>
      <dgm:spPr/>
    </dgm:pt>
    <dgm:pt modelId="{87784E64-F689-6E4F-9054-EDFCCC761DEC}" type="pres">
      <dgm:prSet presAssocID="{678827E7-7104-3C47-9553-693041A90286}" presName="node" presStyleLbl="node1" presStyleIdx="4" presStyleCnt="7" custScaleX="72979" custScaleY="67999" custLinFactNeighborY="1631">
        <dgm:presLayoutVars>
          <dgm:bulletEnabled val="1"/>
        </dgm:presLayoutVars>
      </dgm:prSet>
      <dgm:spPr/>
    </dgm:pt>
    <dgm:pt modelId="{60A5F579-8817-964E-BDCF-1F0522C69BD4}" type="pres">
      <dgm:prSet presAssocID="{C56DF35B-B71D-CD4A-B6F6-15BBBE59878D}" presName="sibTrans" presStyleLbl="sibTrans2D1" presStyleIdx="4" presStyleCnt="6" custScaleX="117058" custScaleY="52494" custLinFactNeighborX="2072" custLinFactNeighborY="4224"/>
      <dgm:spPr/>
    </dgm:pt>
    <dgm:pt modelId="{B76EC6C5-C83C-BB45-967A-BFFA480B8AD0}" type="pres">
      <dgm:prSet presAssocID="{C56DF35B-B71D-CD4A-B6F6-15BBBE59878D}" presName="connectorText" presStyleLbl="sibTrans2D1" presStyleIdx="4" presStyleCnt="6"/>
      <dgm:spPr/>
    </dgm:pt>
    <dgm:pt modelId="{2B1B973E-ADE0-8C49-BFF4-FDB5967037DE}" type="pres">
      <dgm:prSet presAssocID="{8FEF1A5C-0ACE-3849-9D96-E14CE662C40A}" presName="node" presStyleLbl="node1" presStyleIdx="5" presStyleCnt="7" custScaleX="72979" custScaleY="77360" custLinFactNeighborY="26080">
        <dgm:presLayoutVars>
          <dgm:bulletEnabled val="1"/>
        </dgm:presLayoutVars>
      </dgm:prSet>
      <dgm:spPr/>
    </dgm:pt>
    <dgm:pt modelId="{26677FBF-9A1B-634D-9BB1-A8FCD65A0E38}" type="pres">
      <dgm:prSet presAssocID="{F29809D3-74A5-094B-9847-547C288E516D}" presName="sibTrans" presStyleLbl="sibTrans2D1" presStyleIdx="5" presStyleCnt="6" custScaleX="117273" custLinFactX="-20155" custLinFactNeighborX="-100000" custLinFactNeighborY="2495"/>
      <dgm:spPr/>
    </dgm:pt>
    <dgm:pt modelId="{33FE50B5-054B-3049-94F9-D6E39056EDA4}" type="pres">
      <dgm:prSet presAssocID="{F29809D3-74A5-094B-9847-547C288E516D}" presName="connectorText" presStyleLbl="sibTrans2D1" presStyleIdx="5" presStyleCnt="6"/>
      <dgm:spPr/>
    </dgm:pt>
    <dgm:pt modelId="{0BC5DB9D-6CA0-F744-B03B-293B7D6321C2}" type="pres">
      <dgm:prSet presAssocID="{D3DCC99D-1062-2E48-9E3F-A640EAC95511}" presName="node" presStyleLbl="node1" presStyleIdx="6" presStyleCnt="7" custScaleX="72979" custScaleY="67999">
        <dgm:presLayoutVars>
          <dgm:bulletEnabled val="1"/>
        </dgm:presLayoutVars>
      </dgm:prSet>
      <dgm:spPr/>
    </dgm:pt>
  </dgm:ptLst>
  <dgm:cxnLst>
    <dgm:cxn modelId="{14CAE001-6BAD-4746-AE00-9C9478737573}" type="presOf" srcId="{D9E0DB29-B812-0340-977B-C186900F6F5F}" destId="{9832284A-FC4C-B54D-9A24-074AFD27F0C9}" srcOrd="0" destOrd="0" presId="urn:microsoft.com/office/officeart/2005/8/layout/process2"/>
    <dgm:cxn modelId="{3511B803-787D-DE4B-8E74-4A8E716AF7FB}" type="presOf" srcId="{8FEF1A5C-0ACE-3849-9D96-E14CE662C40A}" destId="{2B1B973E-ADE0-8C49-BFF4-FDB5967037DE}" srcOrd="0" destOrd="0" presId="urn:microsoft.com/office/officeart/2005/8/layout/process2"/>
    <dgm:cxn modelId="{5C09B30D-EEA3-C34F-A5BB-C310EA89688E}" type="presOf" srcId="{C56DF35B-B71D-CD4A-B6F6-15BBBE59878D}" destId="{B76EC6C5-C83C-BB45-967A-BFFA480B8AD0}" srcOrd="1" destOrd="0" presId="urn:microsoft.com/office/officeart/2005/8/layout/process2"/>
    <dgm:cxn modelId="{3476F70E-BAC5-2E4C-A40A-15F69C906DC1}" type="presOf" srcId="{026F7429-D30E-654F-B84B-6C8987734135}" destId="{9F524941-7A89-6D4D-A311-EA8C15B7B605}" srcOrd="0" destOrd="0" presId="urn:microsoft.com/office/officeart/2005/8/layout/process2"/>
    <dgm:cxn modelId="{8F13A910-55D3-D74E-9E85-359DEA5ECFC1}" type="presOf" srcId="{603E90E9-E711-AC4A-B075-54E168063216}" destId="{7128D90E-EA1C-5A49-A5CB-358F0F56600D}" srcOrd="0" destOrd="0" presId="urn:microsoft.com/office/officeart/2005/8/layout/process2"/>
    <dgm:cxn modelId="{7CDA4C13-F692-3C4D-BB78-0FE561581CDA}" srcId="{9410D3BF-0532-3E46-AC64-E8AD39B46A71}" destId="{603E90E9-E711-AC4A-B075-54E168063216}" srcOrd="2" destOrd="0" parTransId="{5175BFE8-FA0B-DB42-BF26-C4D161516515}" sibTransId="{88D84755-2FCB-254A-B3EA-E4FBB34EE01A}"/>
    <dgm:cxn modelId="{622D0426-72D3-BA44-88CA-CDCD77BE0772}" srcId="{9410D3BF-0532-3E46-AC64-E8AD39B46A71}" destId="{2318B206-D751-A042-A4AA-C7F496612EE1}" srcOrd="0" destOrd="0" parTransId="{8AFA4FA8-E293-DE4E-A56E-172B2F46C9C9}" sibTransId="{9327581E-E333-9740-80AF-8F7684358E7A}"/>
    <dgm:cxn modelId="{81E21628-3FEE-534F-A012-2E76AAD0AA34}" type="presOf" srcId="{F29809D3-74A5-094B-9847-547C288E516D}" destId="{33FE50B5-054B-3049-94F9-D6E39056EDA4}" srcOrd="1" destOrd="0" presId="urn:microsoft.com/office/officeart/2005/8/layout/process2"/>
    <dgm:cxn modelId="{D3493033-945C-304D-8B77-28CC1E2D8C3D}" type="presOf" srcId="{C56DF35B-B71D-CD4A-B6F6-15BBBE59878D}" destId="{60A5F579-8817-964E-BDCF-1F0522C69BD4}" srcOrd="0" destOrd="0" presId="urn:microsoft.com/office/officeart/2005/8/layout/process2"/>
    <dgm:cxn modelId="{70B4C149-EA9C-FE4D-8B01-C84F21A7F44B}" srcId="{9410D3BF-0532-3E46-AC64-E8AD39B46A71}" destId="{2297DCA0-C834-1D4A-AEBD-CBACB04AD8AA}" srcOrd="1" destOrd="0" parTransId="{777F7FEE-855E-964E-9A4F-AE77AB58C2F9}" sibTransId="{5F504CD8-473B-024B-BFB0-B102F4EF3647}"/>
    <dgm:cxn modelId="{FD38D756-C4E5-7B4E-B12E-46DC9A429F8A}" type="presOf" srcId="{9327581E-E333-9740-80AF-8F7684358E7A}" destId="{129F80BE-FFE7-CB4F-9389-7A870E9ECA93}" srcOrd="1" destOrd="0" presId="urn:microsoft.com/office/officeart/2005/8/layout/process2"/>
    <dgm:cxn modelId="{599AB25C-650C-ED4F-80B8-A42A8A6E828A}" type="presOf" srcId="{9410D3BF-0532-3E46-AC64-E8AD39B46A71}" destId="{507105E2-007C-C649-AADB-179864AEA3CB}" srcOrd="0" destOrd="0" presId="urn:microsoft.com/office/officeart/2005/8/layout/process2"/>
    <dgm:cxn modelId="{A6450861-7A1F-A742-B452-7EE5AF47E0DB}" type="presOf" srcId="{9327581E-E333-9740-80AF-8F7684358E7A}" destId="{2F389860-34B6-D647-9527-94DE13E6CDEE}" srcOrd="0" destOrd="0" presId="urn:microsoft.com/office/officeart/2005/8/layout/process2"/>
    <dgm:cxn modelId="{87ECAA7C-328B-AA44-9C77-F5A4779D1591}" type="presOf" srcId="{2297DCA0-C834-1D4A-AEBD-CBACB04AD8AA}" destId="{F1DCF891-B3F9-924B-A427-97798FBECA9C}" srcOrd="0" destOrd="0" presId="urn:microsoft.com/office/officeart/2005/8/layout/process2"/>
    <dgm:cxn modelId="{BB39EF82-AA44-4C40-AAE6-72BDA6DB5E94}" srcId="{9410D3BF-0532-3E46-AC64-E8AD39B46A71}" destId="{678827E7-7104-3C47-9553-693041A90286}" srcOrd="4" destOrd="0" parTransId="{600F5CC7-081B-5847-8650-2484AC7D4A76}" sibTransId="{C56DF35B-B71D-CD4A-B6F6-15BBBE59878D}"/>
    <dgm:cxn modelId="{8BB45C95-F2B4-2E4C-A690-36472C2303B7}" type="presOf" srcId="{2318B206-D751-A042-A4AA-C7F496612EE1}" destId="{DB61925C-5AAD-584B-8B79-72E6E02ECE4C}" srcOrd="0" destOrd="0" presId="urn:microsoft.com/office/officeart/2005/8/layout/process2"/>
    <dgm:cxn modelId="{7B816B9D-25E4-B444-A51E-8B8F238A9370}" srcId="{9410D3BF-0532-3E46-AC64-E8AD39B46A71}" destId="{8FEF1A5C-0ACE-3849-9D96-E14CE662C40A}" srcOrd="5" destOrd="0" parTransId="{32734F6D-F338-5F4C-AE90-FFEDDCCDEF23}" sibTransId="{F29809D3-74A5-094B-9847-547C288E516D}"/>
    <dgm:cxn modelId="{1DDBBE9D-5D8C-CF4B-B6B0-BC4EA79D55F5}" type="presOf" srcId="{88D84755-2FCB-254A-B3EA-E4FBB34EE01A}" destId="{BAC1D5B0-1E4F-6C4D-8E53-3F1D1FD640C7}" srcOrd="0" destOrd="0" presId="urn:microsoft.com/office/officeart/2005/8/layout/process2"/>
    <dgm:cxn modelId="{22F53AA7-DE20-2141-BDB2-063D1266A69B}" type="presOf" srcId="{D9E0DB29-B812-0340-977B-C186900F6F5F}" destId="{A1E24BD5-3137-6B4F-A564-1484F757CD2B}" srcOrd="1" destOrd="0" presId="urn:microsoft.com/office/officeart/2005/8/layout/process2"/>
    <dgm:cxn modelId="{16A898A9-0BAC-9044-80E2-1F1B29E962E5}" type="presOf" srcId="{5F504CD8-473B-024B-BFB0-B102F4EF3647}" destId="{5A392C4F-0F82-2042-A3B8-98E0ADC70004}" srcOrd="0" destOrd="0" presId="urn:microsoft.com/office/officeart/2005/8/layout/process2"/>
    <dgm:cxn modelId="{313D48AB-5BDD-184F-9C5A-0EB4A4F458D5}" srcId="{9410D3BF-0532-3E46-AC64-E8AD39B46A71}" destId="{026F7429-D30E-654F-B84B-6C8987734135}" srcOrd="3" destOrd="0" parTransId="{B41FEBBF-B46E-1E4D-8973-DE1FE5A8A5BE}" sibTransId="{D9E0DB29-B812-0340-977B-C186900F6F5F}"/>
    <dgm:cxn modelId="{A3D947B4-40B4-D64D-AD27-A6CD1B13F4FA}" srcId="{9410D3BF-0532-3E46-AC64-E8AD39B46A71}" destId="{D3DCC99D-1062-2E48-9E3F-A640EAC95511}" srcOrd="6" destOrd="0" parTransId="{38C4E7C9-BFAB-2941-BD52-4A7C934D2EBE}" sibTransId="{03868540-C123-5945-86DA-50D288AFA5DA}"/>
    <dgm:cxn modelId="{C7B198CE-2317-3D4E-ACB6-C106E87F4755}" type="presOf" srcId="{678827E7-7104-3C47-9553-693041A90286}" destId="{87784E64-F689-6E4F-9054-EDFCCC761DEC}" srcOrd="0" destOrd="0" presId="urn:microsoft.com/office/officeart/2005/8/layout/process2"/>
    <dgm:cxn modelId="{94A628D1-28E1-9A42-AAE6-1F132B521ACF}" type="presOf" srcId="{5F504CD8-473B-024B-BFB0-B102F4EF3647}" destId="{D897E4CD-D17C-A249-87A7-F0BD16D3EB8A}" srcOrd="1" destOrd="0" presId="urn:microsoft.com/office/officeart/2005/8/layout/process2"/>
    <dgm:cxn modelId="{184C93D4-C494-7145-9CC6-A8BE5AECCF9D}" type="presOf" srcId="{F29809D3-74A5-094B-9847-547C288E516D}" destId="{26677FBF-9A1B-634D-9BB1-A8FCD65A0E38}" srcOrd="0" destOrd="0" presId="urn:microsoft.com/office/officeart/2005/8/layout/process2"/>
    <dgm:cxn modelId="{2B3BD1E5-8E98-2E46-B2A8-2C4382BFF3C3}" type="presOf" srcId="{D3DCC99D-1062-2E48-9E3F-A640EAC95511}" destId="{0BC5DB9D-6CA0-F744-B03B-293B7D6321C2}" srcOrd="0" destOrd="0" presId="urn:microsoft.com/office/officeart/2005/8/layout/process2"/>
    <dgm:cxn modelId="{00506CFB-B657-E244-8A71-9060ED893182}" type="presOf" srcId="{88D84755-2FCB-254A-B3EA-E4FBB34EE01A}" destId="{B0C5A956-C517-F641-B966-D00733391F6A}" srcOrd="1" destOrd="0" presId="urn:microsoft.com/office/officeart/2005/8/layout/process2"/>
    <dgm:cxn modelId="{548322BE-1310-A645-B0A8-55375294DFFC}" type="presParOf" srcId="{507105E2-007C-C649-AADB-179864AEA3CB}" destId="{DB61925C-5AAD-584B-8B79-72E6E02ECE4C}" srcOrd="0" destOrd="0" presId="urn:microsoft.com/office/officeart/2005/8/layout/process2"/>
    <dgm:cxn modelId="{DF715F42-2606-C447-9090-A69C5417C4E9}" type="presParOf" srcId="{507105E2-007C-C649-AADB-179864AEA3CB}" destId="{2F389860-34B6-D647-9527-94DE13E6CDEE}" srcOrd="1" destOrd="0" presId="urn:microsoft.com/office/officeart/2005/8/layout/process2"/>
    <dgm:cxn modelId="{C24F25AB-C890-CD4E-8EDE-807A527F0B75}" type="presParOf" srcId="{2F389860-34B6-D647-9527-94DE13E6CDEE}" destId="{129F80BE-FFE7-CB4F-9389-7A870E9ECA93}" srcOrd="0" destOrd="0" presId="urn:microsoft.com/office/officeart/2005/8/layout/process2"/>
    <dgm:cxn modelId="{977B5174-28FA-0A4D-B630-42E499C3A14A}" type="presParOf" srcId="{507105E2-007C-C649-AADB-179864AEA3CB}" destId="{F1DCF891-B3F9-924B-A427-97798FBECA9C}" srcOrd="2" destOrd="0" presId="urn:microsoft.com/office/officeart/2005/8/layout/process2"/>
    <dgm:cxn modelId="{C319B51B-48CD-AB45-B931-D77889EE26EA}" type="presParOf" srcId="{507105E2-007C-C649-AADB-179864AEA3CB}" destId="{5A392C4F-0F82-2042-A3B8-98E0ADC70004}" srcOrd="3" destOrd="0" presId="urn:microsoft.com/office/officeart/2005/8/layout/process2"/>
    <dgm:cxn modelId="{385D4F56-272F-0A48-B99A-2213121B5384}" type="presParOf" srcId="{5A392C4F-0F82-2042-A3B8-98E0ADC70004}" destId="{D897E4CD-D17C-A249-87A7-F0BD16D3EB8A}" srcOrd="0" destOrd="0" presId="urn:microsoft.com/office/officeart/2005/8/layout/process2"/>
    <dgm:cxn modelId="{E37C18B5-A520-C04E-85AA-17C6D30F2AFA}" type="presParOf" srcId="{507105E2-007C-C649-AADB-179864AEA3CB}" destId="{7128D90E-EA1C-5A49-A5CB-358F0F56600D}" srcOrd="4" destOrd="0" presId="urn:microsoft.com/office/officeart/2005/8/layout/process2"/>
    <dgm:cxn modelId="{D6634B4C-A241-7047-A8D7-F17647C02916}" type="presParOf" srcId="{507105E2-007C-C649-AADB-179864AEA3CB}" destId="{BAC1D5B0-1E4F-6C4D-8E53-3F1D1FD640C7}" srcOrd="5" destOrd="0" presId="urn:microsoft.com/office/officeart/2005/8/layout/process2"/>
    <dgm:cxn modelId="{7ABD41B9-4BC9-EA4A-8429-2C0C581ADBE9}" type="presParOf" srcId="{BAC1D5B0-1E4F-6C4D-8E53-3F1D1FD640C7}" destId="{B0C5A956-C517-F641-B966-D00733391F6A}" srcOrd="0" destOrd="0" presId="urn:microsoft.com/office/officeart/2005/8/layout/process2"/>
    <dgm:cxn modelId="{E8DBCF1C-659D-794C-A8AE-8735A57F7593}" type="presParOf" srcId="{507105E2-007C-C649-AADB-179864AEA3CB}" destId="{9F524941-7A89-6D4D-A311-EA8C15B7B605}" srcOrd="6" destOrd="0" presId="urn:microsoft.com/office/officeart/2005/8/layout/process2"/>
    <dgm:cxn modelId="{B97AE426-CC22-084A-9EC9-945A720EB16B}" type="presParOf" srcId="{507105E2-007C-C649-AADB-179864AEA3CB}" destId="{9832284A-FC4C-B54D-9A24-074AFD27F0C9}" srcOrd="7" destOrd="0" presId="urn:microsoft.com/office/officeart/2005/8/layout/process2"/>
    <dgm:cxn modelId="{BAF33927-7DA6-B149-8841-74F581824C43}" type="presParOf" srcId="{9832284A-FC4C-B54D-9A24-074AFD27F0C9}" destId="{A1E24BD5-3137-6B4F-A564-1484F757CD2B}" srcOrd="0" destOrd="0" presId="urn:microsoft.com/office/officeart/2005/8/layout/process2"/>
    <dgm:cxn modelId="{5CACAFC3-E83C-214B-A5DD-AE5A6A83A610}" type="presParOf" srcId="{507105E2-007C-C649-AADB-179864AEA3CB}" destId="{87784E64-F689-6E4F-9054-EDFCCC761DEC}" srcOrd="8" destOrd="0" presId="urn:microsoft.com/office/officeart/2005/8/layout/process2"/>
    <dgm:cxn modelId="{258F9B7E-DDA4-7C47-AB37-6A8C2675ED4F}" type="presParOf" srcId="{507105E2-007C-C649-AADB-179864AEA3CB}" destId="{60A5F579-8817-964E-BDCF-1F0522C69BD4}" srcOrd="9" destOrd="0" presId="urn:microsoft.com/office/officeart/2005/8/layout/process2"/>
    <dgm:cxn modelId="{0BAE6467-E716-1C4E-AB95-A9518DFA1256}" type="presParOf" srcId="{60A5F579-8817-964E-BDCF-1F0522C69BD4}" destId="{B76EC6C5-C83C-BB45-967A-BFFA480B8AD0}" srcOrd="0" destOrd="0" presId="urn:microsoft.com/office/officeart/2005/8/layout/process2"/>
    <dgm:cxn modelId="{50BF2B17-12D5-6D45-A08F-936791272B84}" type="presParOf" srcId="{507105E2-007C-C649-AADB-179864AEA3CB}" destId="{2B1B973E-ADE0-8C49-BFF4-FDB5967037DE}" srcOrd="10" destOrd="0" presId="urn:microsoft.com/office/officeart/2005/8/layout/process2"/>
    <dgm:cxn modelId="{08225119-1001-1041-99CB-8E13B66E3F24}" type="presParOf" srcId="{507105E2-007C-C649-AADB-179864AEA3CB}" destId="{26677FBF-9A1B-634D-9BB1-A8FCD65A0E38}" srcOrd="11" destOrd="0" presId="urn:microsoft.com/office/officeart/2005/8/layout/process2"/>
    <dgm:cxn modelId="{13ADC149-43B2-AA47-AD03-318708AE26DD}" type="presParOf" srcId="{26677FBF-9A1B-634D-9BB1-A8FCD65A0E38}" destId="{33FE50B5-054B-3049-94F9-D6E39056EDA4}" srcOrd="0" destOrd="0" presId="urn:microsoft.com/office/officeart/2005/8/layout/process2"/>
    <dgm:cxn modelId="{9D743ACF-75A6-754D-8205-A77865A6A8F6}" type="presParOf" srcId="{507105E2-007C-C649-AADB-179864AEA3CB}" destId="{0BC5DB9D-6CA0-F744-B03B-293B7D6321C2}" srcOrd="1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61925C-5AAD-584B-8B79-72E6E02ECE4C}">
      <dsp:nvSpPr>
        <dsp:cNvPr id="0" name=""/>
        <dsp:cNvSpPr/>
      </dsp:nvSpPr>
      <dsp:spPr>
        <a:xfrm>
          <a:off x="276907" y="8659"/>
          <a:ext cx="2305115" cy="11526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Raw data set</a:t>
          </a: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: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8.5 M records</a:t>
          </a:r>
        </a:p>
      </dsp:txBody>
      <dsp:txXfrm>
        <a:off x="310666" y="42418"/>
        <a:ext cx="2237597" cy="1085113"/>
      </dsp:txXfrm>
    </dsp:sp>
    <dsp:sp modelId="{2F389860-34B6-D647-9527-94DE13E6CDEE}">
      <dsp:nvSpPr>
        <dsp:cNvPr id="0" name=""/>
        <dsp:cNvSpPr/>
      </dsp:nvSpPr>
      <dsp:spPr>
        <a:xfrm rot="5400000">
          <a:off x="1159181" y="1190106"/>
          <a:ext cx="540568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1179165"/>
        <a:ext cx="311210" cy="384963"/>
      </dsp:txXfrm>
    </dsp:sp>
    <dsp:sp modelId="{F1DCF891-B3F9-924B-A427-97798FBECA9C}">
      <dsp:nvSpPr>
        <dsp:cNvPr id="0" name=""/>
        <dsp:cNvSpPr/>
      </dsp:nvSpPr>
      <dsp:spPr>
        <a:xfrm>
          <a:off x="276907" y="1737606"/>
          <a:ext cx="2305115" cy="76956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073935"/>
                <a:satOff val="-3082"/>
                <a:lumOff val="-493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1073935"/>
                <a:satOff val="-3082"/>
                <a:lumOff val="-493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1073935"/>
                <a:satOff val="-3082"/>
                <a:lumOff val="-493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6.8 M records</a:t>
          </a:r>
        </a:p>
      </dsp:txBody>
      <dsp:txXfrm>
        <a:off x="299447" y="1760146"/>
        <a:ext cx="2260035" cy="724485"/>
      </dsp:txXfrm>
    </dsp:sp>
    <dsp:sp modelId="{5A392C4F-0F82-2042-A3B8-98E0ADC70004}">
      <dsp:nvSpPr>
        <dsp:cNvPr id="0" name=""/>
        <dsp:cNvSpPr/>
      </dsp:nvSpPr>
      <dsp:spPr>
        <a:xfrm rot="5400000">
          <a:off x="1160475" y="2535988"/>
          <a:ext cx="537979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1288722"/>
                <a:satOff val="-3699"/>
                <a:lumOff val="-5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1288722"/>
                <a:satOff val="-3699"/>
                <a:lumOff val="-5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1288722"/>
                <a:satOff val="-3699"/>
                <a:lumOff val="-5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2526341"/>
        <a:ext cx="311210" cy="382374"/>
      </dsp:txXfrm>
    </dsp:sp>
    <dsp:sp modelId="{7128D90E-EA1C-5A49-A5CB-358F0F56600D}">
      <dsp:nvSpPr>
        <dsp:cNvPr id="0" name=""/>
        <dsp:cNvSpPr/>
      </dsp:nvSpPr>
      <dsp:spPr>
        <a:xfrm>
          <a:off x="276907" y="3083488"/>
          <a:ext cx="2305115" cy="72686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9011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6 M records</a:t>
          </a:r>
        </a:p>
      </dsp:txBody>
      <dsp:txXfrm>
        <a:off x="298196" y="3104777"/>
        <a:ext cx="2262537" cy="684282"/>
      </dsp:txXfrm>
    </dsp:sp>
    <dsp:sp modelId="{BAC1D5B0-1E4F-6C4D-8E53-3F1D1FD640C7}">
      <dsp:nvSpPr>
        <dsp:cNvPr id="0" name=""/>
        <dsp:cNvSpPr/>
      </dsp:nvSpPr>
      <dsp:spPr>
        <a:xfrm rot="5400000">
          <a:off x="1213347" y="3839165"/>
          <a:ext cx="432236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2577445"/>
                <a:satOff val="-7397"/>
                <a:lumOff val="-1184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2577445"/>
                <a:satOff val="-7397"/>
                <a:lumOff val="-1184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2577445"/>
                <a:satOff val="-7397"/>
                <a:lumOff val="-1184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1" y="3882389"/>
        <a:ext cx="311210" cy="302565"/>
      </dsp:txXfrm>
    </dsp:sp>
    <dsp:sp modelId="{9F524941-7A89-6D4D-A311-EA8C15B7B605}">
      <dsp:nvSpPr>
        <dsp:cNvPr id="0" name=""/>
        <dsp:cNvSpPr/>
      </dsp:nvSpPr>
      <dsp:spPr>
        <a:xfrm>
          <a:off x="588340" y="4386665"/>
          <a:ext cx="1682249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450 cows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sp:txBody>
      <dsp:txXfrm>
        <a:off x="611296" y="4409621"/>
        <a:ext cx="1636337" cy="737865"/>
      </dsp:txXfrm>
    </dsp:sp>
    <dsp:sp modelId="{9832284A-FC4C-B54D-9A24-074AFD27F0C9}">
      <dsp:nvSpPr>
        <dsp:cNvPr id="0" name=""/>
        <dsp:cNvSpPr/>
      </dsp:nvSpPr>
      <dsp:spPr>
        <a:xfrm rot="5400000">
          <a:off x="1206632" y="5208211"/>
          <a:ext cx="445666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3866168"/>
                <a:satOff val="-11096"/>
                <a:lumOff val="-1776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3866168"/>
                <a:satOff val="-11096"/>
                <a:lumOff val="-1776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3866168"/>
                <a:satOff val="-11096"/>
                <a:lumOff val="-1776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5244720"/>
        <a:ext cx="311210" cy="311966"/>
      </dsp:txXfrm>
    </dsp:sp>
    <dsp:sp modelId="{87784E64-F689-6E4F-9054-EDFCCC761DEC}">
      <dsp:nvSpPr>
        <dsp:cNvPr id="0" name=""/>
        <dsp:cNvSpPr/>
      </dsp:nvSpPr>
      <dsp:spPr>
        <a:xfrm>
          <a:off x="588340" y="5764664"/>
          <a:ext cx="1682249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295742"/>
                <a:satOff val="-12329"/>
                <a:lumOff val="-1973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4295742"/>
                <a:satOff val="-12329"/>
                <a:lumOff val="-1973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4295742"/>
                <a:satOff val="-12329"/>
                <a:lumOff val="-1973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sp:txBody>
      <dsp:txXfrm>
        <a:off x="611296" y="5787620"/>
        <a:ext cx="1636337" cy="737865"/>
      </dsp:txXfrm>
    </dsp:sp>
    <dsp:sp modelId="{60A5F579-8817-964E-BDCF-1F0522C69BD4}">
      <dsp:nvSpPr>
        <dsp:cNvPr id="0" name=""/>
        <dsp:cNvSpPr/>
      </dsp:nvSpPr>
      <dsp:spPr>
        <a:xfrm rot="5400000">
          <a:off x="1129377" y="6788569"/>
          <a:ext cx="622203" cy="27227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5154890"/>
                <a:satOff val="-14794"/>
                <a:lumOff val="-2368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5154890"/>
                <a:satOff val="-14794"/>
                <a:lumOff val="-2368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5154890"/>
                <a:satOff val="-14794"/>
                <a:lumOff val="-2368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2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358796" y="6613607"/>
        <a:ext cx="163366" cy="540520"/>
      </dsp:txXfrm>
    </dsp:sp>
    <dsp:sp modelId="{2B1B973E-ADE0-8C49-BFF4-FDB5967037DE}">
      <dsp:nvSpPr>
        <dsp:cNvPr id="0" name=""/>
        <dsp:cNvSpPr/>
      </dsp:nvSpPr>
      <dsp:spPr>
        <a:xfrm>
          <a:off x="588340" y="7257155"/>
          <a:ext cx="1682249" cy="89167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5369677"/>
                <a:satOff val="-15411"/>
                <a:lumOff val="-2467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5369677"/>
                <a:satOff val="-15411"/>
                <a:lumOff val="-2467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5369677"/>
                <a:satOff val="-15411"/>
                <a:lumOff val="-2467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Train set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0.25 M records (80%; same cows older records)</a:t>
          </a:r>
        </a:p>
      </dsp:txBody>
      <dsp:txXfrm>
        <a:off x="614456" y="7283271"/>
        <a:ext cx="1630017" cy="839443"/>
      </dsp:txXfrm>
    </dsp:sp>
    <dsp:sp modelId="{26677FBF-9A1B-634D-9BB1-A8FCD65A0E38}">
      <dsp:nvSpPr>
        <dsp:cNvPr id="0" name=""/>
        <dsp:cNvSpPr/>
      </dsp:nvSpPr>
      <dsp:spPr>
        <a:xfrm rot="5400000">
          <a:off x="858209" y="8115436"/>
          <a:ext cx="374698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889954" y="8187429"/>
        <a:ext cx="311210" cy="262289"/>
      </dsp:txXfrm>
    </dsp:sp>
    <dsp:sp modelId="{0BC5DB9D-6CA0-F744-B03B-293B7D6321C2}">
      <dsp:nvSpPr>
        <dsp:cNvPr id="0" name=""/>
        <dsp:cNvSpPr/>
      </dsp:nvSpPr>
      <dsp:spPr>
        <a:xfrm>
          <a:off x="588340" y="8574843"/>
          <a:ext cx="1682249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Feature engineering – randomized search</a:t>
          </a:r>
        </a:p>
      </dsp:txBody>
      <dsp:txXfrm>
        <a:off x="611296" y="8597799"/>
        <a:ext cx="1636337" cy="7378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20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892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102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0836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02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754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588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017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109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66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961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C72C17-71F2-424B-964B-0BFEFB0B5ACA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97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DF1B0-BC67-E126-E624-FA6773BC0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18" y="136165"/>
            <a:ext cx="6534614" cy="111277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ANSC 4040 Data Science Applications in Agriculture - Project 1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Muyuan Li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25449A6-BB6E-AD3F-E4B5-3496FB1782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6097877"/>
              </p:ext>
            </p:extLst>
          </p:nvPr>
        </p:nvGraphicFramePr>
        <p:xfrm>
          <a:off x="-17898" y="2552871"/>
          <a:ext cx="2858931" cy="9367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9C0ABC4A-3183-747C-F89D-A42ECC3EDE6D}"/>
              </a:ext>
            </a:extLst>
          </p:cNvPr>
          <p:cNvSpPr txBox="1">
            <a:spLocks/>
          </p:cNvSpPr>
          <p:nvPr/>
        </p:nvSpPr>
        <p:spPr>
          <a:xfrm>
            <a:off x="156118" y="1251488"/>
            <a:ext cx="6534613" cy="857403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a provided farm record, complete the subset of missing cow IDs by predicting IDs based on existing parlor data (milk flow and production parameters).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machine learning to solve a multiclass classification data-filling problem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44E32-8AD6-34E7-995A-548678FF52D6}"/>
              </a:ext>
            </a:extLst>
          </p:cNvPr>
          <p:cNvSpPr txBox="1"/>
          <p:nvPr/>
        </p:nvSpPr>
        <p:spPr>
          <a:xfrm>
            <a:off x="4778713" y="5826913"/>
            <a:ext cx="1347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5F7463-F890-5031-2E41-CCC439EEAB82}"/>
              </a:ext>
            </a:extLst>
          </p:cNvPr>
          <p:cNvSpPr txBox="1"/>
          <p:nvPr/>
        </p:nvSpPr>
        <p:spPr>
          <a:xfrm>
            <a:off x="4523890" y="9181634"/>
            <a:ext cx="1980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54D671-4CE0-F2E1-782D-C6D09B629473}"/>
              </a:ext>
            </a:extLst>
          </p:cNvPr>
          <p:cNvSpPr txBox="1"/>
          <p:nvPr/>
        </p:nvSpPr>
        <p:spPr>
          <a:xfrm>
            <a:off x="4991868" y="2166110"/>
            <a:ext cx="921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AA93FC-42E5-0B6C-1FF0-43578D518E5A}"/>
              </a:ext>
            </a:extLst>
          </p:cNvPr>
          <p:cNvSpPr txBox="1"/>
          <p:nvPr/>
        </p:nvSpPr>
        <p:spPr>
          <a:xfrm>
            <a:off x="241186" y="2140885"/>
            <a:ext cx="2494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Materials and Methods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FECCCD-D46A-2200-70C7-3B93ACFADF3E}"/>
              </a:ext>
            </a:extLst>
          </p:cNvPr>
          <p:cNvGrpSpPr/>
          <p:nvPr/>
        </p:nvGrpSpPr>
        <p:grpSpPr>
          <a:xfrm rot="16200000">
            <a:off x="2051642" y="3300289"/>
            <a:ext cx="198200" cy="1170166"/>
            <a:chOff x="1231266" y="937014"/>
            <a:chExt cx="396397" cy="330331"/>
          </a:xfrm>
        </p:grpSpPr>
        <p:sp>
          <p:nvSpPr>
            <p:cNvPr id="15" name="Right Arrow 14">
              <a:extLst>
                <a:ext uri="{FF2B5EF4-FFF2-40B4-BE49-F238E27FC236}">
                  <a16:creationId xmlns:a16="http://schemas.microsoft.com/office/drawing/2014/main" id="{6198A4FB-E662-C30A-DB2C-E28844428F63}"/>
                </a:ext>
              </a:extLst>
            </p:cNvPr>
            <p:cNvSpPr/>
            <p:nvPr/>
          </p:nvSpPr>
          <p:spPr>
            <a:xfrm rot="5400000">
              <a:off x="1264299" y="903981"/>
              <a:ext cx="330331" cy="39639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ight Arrow 4">
              <a:extLst>
                <a:ext uri="{FF2B5EF4-FFF2-40B4-BE49-F238E27FC236}">
                  <a16:creationId xmlns:a16="http://schemas.microsoft.com/office/drawing/2014/main" id="{B6FC91EA-3C0D-1F8D-A0DF-AA1495F37F3D}"/>
                </a:ext>
              </a:extLst>
            </p:cNvPr>
            <p:cNvSpPr txBox="1"/>
            <p:nvPr/>
          </p:nvSpPr>
          <p:spPr>
            <a:xfrm>
              <a:off x="1310546" y="937014"/>
              <a:ext cx="237839" cy="23123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100" kern="120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3DA8051-0E05-BA93-8433-36AF49ABD2BA}"/>
              </a:ext>
            </a:extLst>
          </p:cNvPr>
          <p:cNvGrpSpPr/>
          <p:nvPr/>
        </p:nvGrpSpPr>
        <p:grpSpPr>
          <a:xfrm>
            <a:off x="2772682" y="3770497"/>
            <a:ext cx="1063575" cy="646331"/>
            <a:chOff x="636670" y="1322400"/>
            <a:chExt cx="1611391" cy="880883"/>
          </a:xfrm>
          <a:scene3d>
            <a:camera prst="orthographicFront"/>
            <a:lightRig rig="flat" dir="t"/>
          </a:scene3d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1178754-6CC9-25AC-3EA1-243D7349F29A}"/>
                </a:ext>
              </a:extLst>
            </p:cNvPr>
            <p:cNvSpPr/>
            <p:nvPr/>
          </p:nvSpPr>
          <p:spPr>
            <a:xfrm>
              <a:off x="636670" y="1322400"/>
              <a:ext cx="1585590" cy="880883"/>
            </a:xfrm>
            <a:prstGeom prst="roundRect">
              <a:avLst>
                <a:gd name="adj" fmla="val 10000"/>
              </a:avLst>
            </a:prstGeom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1073935"/>
                <a:satOff val="-3082"/>
                <a:lumOff val="-4935"/>
                <a:alphaOff val="0"/>
              </a:schemeClr>
            </a:fillRef>
            <a:effectRef idx="1">
              <a:schemeClr val="accent2">
                <a:hueOff val="1073935"/>
                <a:satOff val="-3082"/>
                <a:lumOff val="-4935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ounded Rectangle 4">
              <a:extLst>
                <a:ext uri="{FF2B5EF4-FFF2-40B4-BE49-F238E27FC236}">
                  <a16:creationId xmlns:a16="http://schemas.microsoft.com/office/drawing/2014/main" id="{8C64EC19-0139-B836-9FB6-6B01746E3DEC}"/>
                </a:ext>
              </a:extLst>
            </p:cNvPr>
            <p:cNvSpPr txBox="1"/>
            <p:nvPr/>
          </p:nvSpPr>
          <p:spPr>
            <a:xfrm>
              <a:off x="662471" y="1348200"/>
              <a:ext cx="1585590" cy="829282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49530" tIns="49530" rIns="49530" bIns="4953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Missing IDs</a:t>
              </a:r>
              <a:endParaRPr lang="en-US" sz="1200" b="1" kern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~1.7 M records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387C9C44-345E-5BB8-2CD6-28A9093AB0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7284" y="3790662"/>
            <a:ext cx="2052251" cy="174202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963BAA-912D-5FC0-C390-B49EFA05A969}"/>
              </a:ext>
            </a:extLst>
          </p:cNvPr>
          <p:cNvSpPr txBox="1"/>
          <p:nvPr/>
        </p:nvSpPr>
        <p:spPr>
          <a:xfrm>
            <a:off x="-48470" y="3745560"/>
            <a:ext cx="1383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Dropped duplicates (56K records)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DE8E7F-5AF2-9B70-44D8-8C1C2B6B0EC8}"/>
              </a:ext>
            </a:extLst>
          </p:cNvPr>
          <p:cNvSpPr txBox="1"/>
          <p:nvPr/>
        </p:nvSpPr>
        <p:spPr>
          <a:xfrm>
            <a:off x="-48470" y="5110816"/>
            <a:ext cx="14347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Dropped 2 records without DIM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E2AF48-E58A-079D-DBA8-D5FC11BE81C2}"/>
              </a:ext>
            </a:extLst>
          </p:cNvPr>
          <p:cNvSpPr txBox="1"/>
          <p:nvPr/>
        </p:nvSpPr>
        <p:spPr>
          <a:xfrm>
            <a:off x="1565658" y="5102846"/>
            <a:ext cx="2357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Z-score standardization to remove outliers (&gt; 2 SD) ~ 0.7 M records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8B7169-0D8F-C3E8-0ECC-FC72C94C1F61}"/>
              </a:ext>
            </a:extLst>
          </p:cNvPr>
          <p:cNvSpPr txBox="1"/>
          <p:nvPr/>
        </p:nvSpPr>
        <p:spPr>
          <a:xfrm>
            <a:off x="1601789" y="6426082"/>
            <a:ext cx="14072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Randomly selected 5% of the cows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201D78-C395-54A0-40EF-650FEFC801DF}"/>
              </a:ext>
            </a:extLst>
          </p:cNvPr>
          <p:cNvSpPr txBox="1"/>
          <p:nvPr/>
        </p:nvSpPr>
        <p:spPr>
          <a:xfrm>
            <a:off x="1601789" y="7777509"/>
            <a:ext cx="14394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2 cows with &lt; 5 records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B2C6E6-20FF-EB81-74FA-E6645B446254}"/>
              </a:ext>
            </a:extLst>
          </p:cNvPr>
          <p:cNvSpPr txBox="1"/>
          <p:nvPr/>
        </p:nvSpPr>
        <p:spPr>
          <a:xfrm>
            <a:off x="2212810" y="8467477"/>
            <a:ext cx="13778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Ranked by cow ID, then by date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8A21A21B-E0D8-4545-8A63-7C29DE3B36A8}"/>
              </a:ext>
            </a:extLst>
          </p:cNvPr>
          <p:cNvSpPr/>
          <p:nvPr/>
        </p:nvSpPr>
        <p:spPr>
          <a:xfrm rot="1622265">
            <a:off x="1525444" y="9287838"/>
            <a:ext cx="899877" cy="272302"/>
          </a:xfrm>
          <a:prstGeom prst="rightArrow">
            <a:avLst>
              <a:gd name="adj1" fmla="val 60000"/>
              <a:gd name="adj2" fmla="val 50000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2">
            <a:schemeClr val="accent2">
              <a:hueOff val="5154890"/>
              <a:satOff val="-14794"/>
              <a:lumOff val="-23687"/>
              <a:alphaOff val="0"/>
            </a:schemeClr>
          </a:fillRef>
          <a:effectRef idx="1">
            <a:schemeClr val="accent2">
              <a:hueOff val="5154890"/>
              <a:satOff val="-14794"/>
              <a:lumOff val="-23687"/>
              <a:alphaOff val="0"/>
            </a:schemeClr>
          </a:effectRef>
          <a:fontRef idx="minor">
            <a:schemeClr val="dk1"/>
          </a:fontRef>
        </p:style>
        <p:txBody>
          <a:bodyPr/>
          <a:lstStyle/>
          <a:p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E638973-A36C-7D09-C2A1-9CA434F208C5}"/>
              </a:ext>
            </a:extLst>
          </p:cNvPr>
          <p:cNvGrpSpPr/>
          <p:nvPr/>
        </p:nvGrpSpPr>
        <p:grpSpPr>
          <a:xfrm>
            <a:off x="2405155" y="9192839"/>
            <a:ext cx="1716959" cy="1017427"/>
            <a:chOff x="697301" y="7486557"/>
            <a:chExt cx="1500292" cy="751499"/>
          </a:xfrm>
          <a:scene3d>
            <a:camera prst="orthographicFront"/>
            <a:lightRig rig="flat" dir="t"/>
          </a:scene3d>
        </p:grpSpPr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2F3FBDC-AAB8-A227-762E-A869A80004F7}"/>
                </a:ext>
              </a:extLst>
            </p:cNvPr>
            <p:cNvSpPr/>
            <p:nvPr/>
          </p:nvSpPr>
          <p:spPr>
            <a:xfrm>
              <a:off x="697301" y="7507941"/>
              <a:ext cx="1464327" cy="730115"/>
            </a:xfrm>
            <a:prstGeom prst="roundRect">
              <a:avLst>
                <a:gd name="adj" fmla="val 10000"/>
              </a:avLst>
            </a:prstGeom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5369677"/>
                <a:satOff val="-15411"/>
                <a:lumOff val="-24674"/>
                <a:alphaOff val="0"/>
              </a:schemeClr>
            </a:fillRef>
            <a:effectRef idx="1">
              <a:schemeClr val="accent2">
                <a:hueOff val="5369677"/>
                <a:satOff val="-15411"/>
                <a:lumOff val="-24674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Rounded Rectangle 4">
              <a:extLst>
                <a:ext uri="{FF2B5EF4-FFF2-40B4-BE49-F238E27FC236}">
                  <a16:creationId xmlns:a16="http://schemas.microsoft.com/office/drawing/2014/main" id="{E0F461F7-D034-B3C0-FF9B-07E8BECFEFDD}"/>
                </a:ext>
              </a:extLst>
            </p:cNvPr>
            <p:cNvSpPr txBox="1"/>
            <p:nvPr/>
          </p:nvSpPr>
          <p:spPr>
            <a:xfrm>
              <a:off x="718685" y="7486557"/>
              <a:ext cx="1478908" cy="730115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Test set </a:t>
              </a:r>
            </a:p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448 cows</a:t>
              </a:r>
            </a:p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~ 0.06 M records (20%; same cows newer records)</a:t>
              </a:r>
            </a:p>
          </p:txBody>
        </p:sp>
      </p:grpSp>
      <p:sp>
        <p:nvSpPr>
          <p:cNvPr id="46" name="Rounded Rectangle 4">
            <a:extLst>
              <a:ext uri="{FF2B5EF4-FFF2-40B4-BE49-F238E27FC236}">
                <a16:creationId xmlns:a16="http://schemas.microsoft.com/office/drawing/2014/main" id="{7DE1D0F5-717B-7A37-FBFB-DA7D9B774396}"/>
              </a:ext>
            </a:extLst>
          </p:cNvPr>
          <p:cNvSpPr txBox="1"/>
          <p:nvPr/>
        </p:nvSpPr>
        <p:spPr>
          <a:xfrm>
            <a:off x="2624903" y="2466019"/>
            <a:ext cx="1356963" cy="12378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scene3d>
            <a:camera prst="orthographicFront"/>
            <a:lightRig rig="fla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0" vert="horz" wrap="square" lIns="45720" tIns="45720" rIns="45720" bIns="45720" numCol="1" spcCol="1270" anchor="ctr" anchorCtr="0">
            <a:noAutofit/>
          </a:bodyPr>
          <a:lstStyle/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</a:p>
          <a:p>
            <a:pPr marL="17145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– 60s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2-min session yield,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yield per milking,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 duration, </a:t>
            </a:r>
          </a:p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Label: 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cow ID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Rounded Rectangle 4">
            <a:extLst>
              <a:ext uri="{FF2B5EF4-FFF2-40B4-BE49-F238E27FC236}">
                <a16:creationId xmlns:a16="http://schemas.microsoft.com/office/drawing/2014/main" id="{630353C5-4BB3-6ECB-AC51-D3493CF4559F}"/>
              </a:ext>
            </a:extLst>
          </p:cNvPr>
          <p:cNvSpPr txBox="1"/>
          <p:nvPr/>
        </p:nvSpPr>
        <p:spPr>
          <a:xfrm>
            <a:off x="2534681" y="11057668"/>
            <a:ext cx="1381281" cy="10494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scene3d>
            <a:camera prst="orthographicFront"/>
            <a:lightRig rig="fla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0" vert="horz" wrap="square" lIns="45720" tIns="45720" rIns="45720" bIns="45720" numCol="1" spcCol="1270" anchor="ctr" anchorCtr="0">
            <a:noAutofit/>
          </a:bodyPr>
          <a:lstStyle/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</a:p>
          <a:p>
            <a:pPr marL="17145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– 60s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2-min session yield,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yield per milking,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 duration 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ADF9F0D-E6D6-5B05-A0A6-9C2113F948C8}"/>
              </a:ext>
            </a:extLst>
          </p:cNvPr>
          <p:cNvGrpSpPr/>
          <p:nvPr/>
        </p:nvGrpSpPr>
        <p:grpSpPr>
          <a:xfrm rot="10800000">
            <a:off x="1491676" y="10720090"/>
            <a:ext cx="519191" cy="375064"/>
            <a:chOff x="1169869" y="8160196"/>
            <a:chExt cx="519191" cy="375064"/>
          </a:xfrm>
        </p:grpSpPr>
        <p:sp>
          <p:nvSpPr>
            <p:cNvPr id="52" name="Right Arrow 51">
              <a:extLst>
                <a:ext uri="{FF2B5EF4-FFF2-40B4-BE49-F238E27FC236}">
                  <a16:creationId xmlns:a16="http://schemas.microsoft.com/office/drawing/2014/main" id="{3DF5929E-5364-947E-398C-1C35FB60BEA8}"/>
                </a:ext>
              </a:extLst>
            </p:cNvPr>
            <p:cNvSpPr/>
            <p:nvPr/>
          </p:nvSpPr>
          <p:spPr>
            <a:xfrm rot="5400000">
              <a:off x="1241933" y="8088132"/>
              <a:ext cx="375064" cy="519191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6443612"/>
                <a:satOff val="-18493"/>
                <a:lumOff val="-29609"/>
                <a:alphaOff val="0"/>
              </a:schemeClr>
            </a:fillRef>
            <a:effectRef idx="1">
              <a:schemeClr val="accent2">
                <a:hueOff val="6443612"/>
                <a:satOff val="-18493"/>
                <a:lumOff val="-29609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Right Arrow 4">
              <a:extLst>
                <a:ext uri="{FF2B5EF4-FFF2-40B4-BE49-F238E27FC236}">
                  <a16:creationId xmlns:a16="http://schemas.microsoft.com/office/drawing/2014/main" id="{043FBC30-ED76-5386-6ECC-6974158D3DF8}"/>
                </a:ext>
              </a:extLst>
            </p:cNvPr>
            <p:cNvSpPr txBox="1"/>
            <p:nvPr/>
          </p:nvSpPr>
          <p:spPr>
            <a:xfrm>
              <a:off x="1273708" y="8160196"/>
              <a:ext cx="311515" cy="2625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000" kern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C4539D4-1BB6-6956-8A8A-27F6876F8BD3}"/>
              </a:ext>
            </a:extLst>
          </p:cNvPr>
          <p:cNvGrpSpPr/>
          <p:nvPr/>
        </p:nvGrpSpPr>
        <p:grpSpPr>
          <a:xfrm rot="13302679">
            <a:off x="2177392" y="10107937"/>
            <a:ext cx="877251" cy="1176690"/>
            <a:chOff x="924236" y="8160196"/>
            <a:chExt cx="1023071" cy="375064"/>
          </a:xfrm>
        </p:grpSpPr>
        <p:sp>
          <p:nvSpPr>
            <p:cNvPr id="55" name="Right Arrow 54">
              <a:extLst>
                <a:ext uri="{FF2B5EF4-FFF2-40B4-BE49-F238E27FC236}">
                  <a16:creationId xmlns:a16="http://schemas.microsoft.com/office/drawing/2014/main" id="{6912814A-9D52-5975-5241-3EAA74EA42E3}"/>
                </a:ext>
              </a:extLst>
            </p:cNvPr>
            <p:cNvSpPr/>
            <p:nvPr/>
          </p:nvSpPr>
          <p:spPr>
            <a:xfrm rot="5400000">
              <a:off x="1241933" y="8088132"/>
              <a:ext cx="375064" cy="519191"/>
            </a:xfrm>
            <a:prstGeom prst="rightArrow">
              <a:avLst>
                <a:gd name="adj1" fmla="val 60000"/>
                <a:gd name="adj2" fmla="val 50000"/>
              </a:avLst>
            </a:prstGeom>
            <a:gradFill>
              <a:gsLst>
                <a:gs pos="0">
                  <a:schemeClr val="accent2">
                    <a:hueOff val="6443612"/>
                    <a:satOff val="-18493"/>
                    <a:alphaOff val="0"/>
                    <a:satMod val="105000"/>
                    <a:tint val="67000"/>
                    <a:lumMod val="0"/>
                    <a:lumOff val="100000"/>
                  </a:schemeClr>
                </a:gs>
                <a:gs pos="50000">
                  <a:schemeClr val="accent2">
                    <a:hueOff val="6443612"/>
                    <a:satOff val="-18493"/>
                    <a:lumOff val="-29609"/>
                    <a:alphaOff val="0"/>
                    <a:lumMod val="105000"/>
                    <a:satMod val="103000"/>
                    <a:tint val="73000"/>
                  </a:schemeClr>
                </a:gs>
                <a:gs pos="100000">
                  <a:schemeClr val="accent2">
                    <a:hueOff val="6443612"/>
                    <a:satOff val="-18493"/>
                    <a:lumOff val="-29609"/>
                    <a:alphaOff val="0"/>
                    <a:lumMod val="105000"/>
                    <a:satMod val="109000"/>
                    <a:tint val="81000"/>
                  </a:schemeClr>
                </a:gs>
              </a:gsLst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6443612"/>
                <a:satOff val="-18493"/>
                <a:lumOff val="-29609"/>
                <a:alphaOff val="0"/>
              </a:schemeClr>
            </a:fillRef>
            <a:effectRef idx="1">
              <a:schemeClr val="accent2">
                <a:hueOff val="6443612"/>
                <a:satOff val="-18493"/>
                <a:lumOff val="-29609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Right Arrow 4">
              <a:extLst>
                <a:ext uri="{FF2B5EF4-FFF2-40B4-BE49-F238E27FC236}">
                  <a16:creationId xmlns:a16="http://schemas.microsoft.com/office/drawing/2014/main" id="{1F45248A-0214-B952-1895-FDA04CFACFF3}"/>
                </a:ext>
              </a:extLst>
            </p:cNvPr>
            <p:cNvSpPr txBox="1"/>
            <p:nvPr/>
          </p:nvSpPr>
          <p:spPr>
            <a:xfrm rot="5501074">
              <a:off x="1264006" y="7820855"/>
              <a:ext cx="343532" cy="10230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4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 Model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F2C9370C-5F7A-87AF-A4A5-D9791D9FA94F}"/>
              </a:ext>
            </a:extLst>
          </p:cNvPr>
          <p:cNvSpPr txBox="1"/>
          <p:nvPr/>
        </p:nvSpPr>
        <p:spPr>
          <a:xfrm>
            <a:off x="4328593" y="2466019"/>
            <a:ext cx="2247840" cy="1384995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– 1 accuracy: 3.6%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– 5 accuracy: 13.1%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Precision: 3.1%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Recall: 3.6%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F-1 score: 0.044 ± 0.007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matrix: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2A63506B-CE5B-F017-8A9F-7B9E68AD5292}"/>
              </a:ext>
            </a:extLst>
          </p:cNvPr>
          <p:cNvSpPr/>
          <p:nvPr/>
        </p:nvSpPr>
        <p:spPr>
          <a:xfrm>
            <a:off x="4196091" y="2207741"/>
            <a:ext cx="2494639" cy="3397692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13EF09E5-0607-B1F1-F7C5-E1DD501A546D}"/>
              </a:ext>
            </a:extLst>
          </p:cNvPr>
          <p:cNvSpPr/>
          <p:nvPr/>
        </p:nvSpPr>
        <p:spPr>
          <a:xfrm>
            <a:off x="4196091" y="5737219"/>
            <a:ext cx="2505618" cy="3244199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8060164-7FB2-140B-184D-64A573D43F53}"/>
              </a:ext>
            </a:extLst>
          </p:cNvPr>
          <p:cNvSpPr txBox="1"/>
          <p:nvPr/>
        </p:nvSpPr>
        <p:spPr>
          <a:xfrm>
            <a:off x="4200878" y="6189398"/>
            <a:ext cx="2505618" cy="2893100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Internal validity: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trained on 448 cows (a small subset of the records)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validity: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1 farm’s record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computational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Unable to predict unknown cow IDs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as a “black-box”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18C2D8C-4B89-0F62-F711-B650DCE380BA}"/>
              </a:ext>
            </a:extLst>
          </p:cNvPr>
          <p:cNvSpPr txBox="1"/>
          <p:nvPr/>
        </p:nvSpPr>
        <p:spPr>
          <a:xfrm>
            <a:off x="548161" y="9201934"/>
            <a:ext cx="173184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98CF97-6B28-7CEF-8896-0D767DA2B450}"/>
              </a:ext>
            </a:extLst>
          </p:cNvPr>
          <p:cNvSpPr txBox="1"/>
          <p:nvPr/>
        </p:nvSpPr>
        <p:spPr>
          <a:xfrm>
            <a:off x="4189847" y="9493962"/>
            <a:ext cx="2497706" cy="2462213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Cloud-based approach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Representative samples from different farms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other machine learning methods: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– nearest neighbors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Multilabel classification: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cow ID and associated cow records features?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323056C3-62F8-FEAA-4D64-4D95D744EDA7}"/>
              </a:ext>
            </a:extLst>
          </p:cNvPr>
          <p:cNvSpPr/>
          <p:nvPr/>
        </p:nvSpPr>
        <p:spPr>
          <a:xfrm>
            <a:off x="4189847" y="9162734"/>
            <a:ext cx="2511861" cy="2893099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 descr="GEA CowView Locates Cattle Via Active RFID - RFID JOURNAL">
            <a:extLst>
              <a:ext uri="{FF2B5EF4-FFF2-40B4-BE49-F238E27FC236}">
                <a16:creationId xmlns:a16="http://schemas.microsoft.com/office/drawing/2014/main" id="{C5F96D71-DCD3-CB0E-AE44-430191729F3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2591972" y="6749242"/>
            <a:ext cx="1424997" cy="997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363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341</Words>
  <Application>Microsoft Macintosh PowerPoint</Application>
  <PresentationFormat>Widescreen</PresentationFormat>
  <Paragraphs>70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ANSC 4040 Data Science Applications in Agriculture - Project 1 Muyuan Li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Muyuan Li</dc:creator>
  <cp:lastModifiedBy>Muyuan Li</cp:lastModifiedBy>
  <cp:revision>2</cp:revision>
  <dcterms:created xsi:type="dcterms:W3CDTF">2026-10-03T18:35:28Z</dcterms:created>
  <dcterms:modified xsi:type="dcterms:W3CDTF">2026-10-04T04:05:22Z</dcterms:modified>
</cp:coreProperties>
</file>